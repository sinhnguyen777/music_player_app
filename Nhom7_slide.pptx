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2" r:id="rId2"/>
    <p:sldId id="283" r:id="rId3"/>
    <p:sldId id="288" r:id="rId4"/>
    <p:sldId id="284" r:id="rId5"/>
    <p:sldId id="285" r:id="rId6"/>
    <p:sldId id="289" r:id="rId7"/>
    <p:sldId id="286" r:id="rId8"/>
    <p:sldId id="290" r:id="rId9"/>
    <p:sldId id="287" r:id="rId10"/>
    <p:sldId id="292" r:id="rId11"/>
    <p:sldId id="29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35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1" d="100"/>
          <a:sy n="71"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svg"/><Relationship Id="rId7" Type="http://schemas.openxmlformats.org/officeDocument/2006/relationships/image" Target="../media/image14.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3.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1.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28.sv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0.svg"/><Relationship Id="rId7" Type="http://schemas.openxmlformats.org/officeDocument/2006/relationships/image" Target="../media/image26.svg"/><Relationship Id="rId2" Type="http://schemas.openxmlformats.org/officeDocument/2006/relationships/image" Target="../media/image29.png"/><Relationship Id="rId1" Type="http://schemas.openxmlformats.org/officeDocument/2006/relationships/slideMaster" Target="../slideMasters/slideMaster1.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32.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4.svg"/><Relationship Id="rId4" Type="http://schemas.openxmlformats.org/officeDocument/2006/relationships/image" Target="../media/image1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01V1">
    <p:bg>
      <p:bgPr>
        <a:solidFill>
          <a:schemeClr val="tx2"/>
        </a:solidFill>
        <a:effectLst/>
      </p:bgPr>
    </p:bg>
    <p:spTree>
      <p:nvGrpSpPr>
        <p:cNvPr id="1" name=""/>
        <p:cNvGrpSpPr/>
        <p:nvPr/>
      </p:nvGrpSpPr>
      <p:grpSpPr>
        <a:xfrm>
          <a:off x="0" y="0"/>
          <a:ext cx="0" cy="0"/>
          <a:chOff x="0" y="0"/>
          <a:chExt cx="0" cy="0"/>
        </a:xfrm>
      </p:grpSpPr>
      <p:sp>
        <p:nvSpPr>
          <p:cNvPr id="8" name="Ellipse">
            <a:extLst>
              <a:ext uri="{FF2B5EF4-FFF2-40B4-BE49-F238E27FC236}">
                <a16:creationId xmlns:a16="http://schemas.microsoft.com/office/drawing/2014/main" id="{356C674D-C1B2-3D36-EDA7-DF911EB1FEB6}"/>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1BD3DABB-62AC-C704-C426-2B0C4C5FE585}"/>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Ellipse">
            <a:extLst>
              <a:ext uri="{FF2B5EF4-FFF2-40B4-BE49-F238E27FC236}">
                <a16:creationId xmlns:a16="http://schemas.microsoft.com/office/drawing/2014/main" id="{0CEC4267-75DC-2698-E83E-C2C03A67EEE7}"/>
              </a:ext>
            </a:extLst>
          </p:cNvPr>
          <p:cNvSpPr/>
          <p:nvPr userDrawn="1"/>
        </p:nvSpPr>
        <p:spPr>
          <a:xfrm>
            <a:off x="1204074" y="608091"/>
            <a:ext cx="144000" cy="144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Рисунок 19">
            <a:extLst>
              <a:ext uri="{FF2B5EF4-FFF2-40B4-BE49-F238E27FC236}">
                <a16:creationId xmlns:a16="http://schemas.microsoft.com/office/drawing/2014/main" id="{A6051B09-DA1A-3E13-A6F8-10F09B9F9673}"/>
              </a:ext>
            </a:extLst>
          </p:cNvPr>
          <p:cNvSpPr>
            <a:spLocks noGrp="1"/>
          </p:cNvSpPr>
          <p:nvPr>
            <p:ph type="pic" sz="quarter" idx="12"/>
          </p:nvPr>
        </p:nvSpPr>
        <p:spPr>
          <a:xfrm>
            <a:off x="4332287" y="1304925"/>
            <a:ext cx="7272338" cy="4968875"/>
          </a:xfrm>
          <a:prstGeom prst="roundRect">
            <a:avLst>
              <a:gd name="adj" fmla="val 9303"/>
            </a:avLst>
          </a:prstGeom>
        </p:spPr>
        <p:txBody>
          <a:bodyPr/>
          <a:lstStyle/>
          <a:p>
            <a:endParaRPr lang="ru-RU"/>
          </a:p>
        </p:txBody>
      </p:sp>
      <p:sp>
        <p:nvSpPr>
          <p:cNvPr id="3" name="Заголовок 1">
            <a:extLst>
              <a:ext uri="{FF2B5EF4-FFF2-40B4-BE49-F238E27FC236}">
                <a16:creationId xmlns:a16="http://schemas.microsoft.com/office/drawing/2014/main" id="{1701A77F-3F56-CD18-BB7D-9EB1DC5C0B94}"/>
              </a:ext>
            </a:extLst>
          </p:cNvPr>
          <p:cNvSpPr>
            <a:spLocks noGrp="1"/>
          </p:cNvSpPr>
          <p:nvPr>
            <p:ph type="title" hasCustomPrompt="1"/>
          </p:nvPr>
        </p:nvSpPr>
        <p:spPr>
          <a:xfrm>
            <a:off x="597207" y="1309407"/>
            <a:ext cx="3519181" cy="3323987"/>
          </a:xfrm>
          <a:prstGeom prst="rect">
            <a:avLst/>
          </a:prstGeom>
        </p:spPr>
        <p:txBody>
          <a:bodyPr vert="horz" wrap="square" lIns="0" tIns="0" rIns="0" bIns="0" rtlCol="0" anchor="t" anchorCtr="0">
            <a:noAutofit/>
          </a:bodyPr>
          <a:lstStyle>
            <a:lvl1pPr>
              <a:defRPr sz="4800">
                <a:solidFill>
                  <a:schemeClr val="bg1"/>
                </a:solidFill>
              </a:defRPr>
            </a:lvl1pPr>
          </a:lstStyle>
          <a:p>
            <a:pPr lvl="0"/>
            <a:r>
              <a:rPr lang="en-US" dirty="0"/>
              <a:t>Click to edit Master text</a:t>
            </a:r>
            <a:br>
              <a:rPr lang="ru-RU" dirty="0"/>
            </a:br>
            <a:r>
              <a:rPr lang="en-US" dirty="0"/>
              <a:t>styles</a:t>
            </a:r>
            <a:endParaRPr lang="ru-RU" dirty="0"/>
          </a:p>
        </p:txBody>
      </p:sp>
      <p:sp>
        <p:nvSpPr>
          <p:cNvPr id="9" name="Subtitle Placeholder">
            <a:extLst>
              <a:ext uri="{FF2B5EF4-FFF2-40B4-BE49-F238E27FC236}">
                <a16:creationId xmlns:a16="http://schemas.microsoft.com/office/drawing/2014/main" id="{C33DAF4D-5B62-BE3B-CC0B-FAEBC6862C28}"/>
              </a:ext>
            </a:extLst>
          </p:cNvPr>
          <p:cNvSpPr>
            <a:spLocks noGrp="1"/>
          </p:cNvSpPr>
          <p:nvPr>
            <p:ph type="body" idx="24" hasCustomPrompt="1"/>
          </p:nvPr>
        </p:nvSpPr>
        <p:spPr>
          <a:xfrm>
            <a:off x="815188" y="4762322"/>
            <a:ext cx="3301200" cy="1487587"/>
          </a:xfrm>
        </p:spPr>
        <p:txBody>
          <a:bodyPr lIns="0" tIns="0" rIns="0" bIns="0" anchor="ctr" anchorCtr="0">
            <a:noAutofit/>
          </a:bodyPr>
          <a:lstStyle>
            <a:lvl1pPr marL="0" indent="0" algn="l">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cxnSp>
        <p:nvCxnSpPr>
          <p:cNvPr id="10" name="Прямая соединительная линия 9">
            <a:extLst>
              <a:ext uri="{FF2B5EF4-FFF2-40B4-BE49-F238E27FC236}">
                <a16:creationId xmlns:a16="http://schemas.microsoft.com/office/drawing/2014/main" id="{0EB6561E-A668-1F5B-D3AA-2B30EB3E2784}"/>
              </a:ext>
            </a:extLst>
          </p:cNvPr>
          <p:cNvCxnSpPr>
            <a:cxnSpLocks/>
          </p:cNvCxnSpPr>
          <p:nvPr userDrawn="1"/>
        </p:nvCxnSpPr>
        <p:spPr>
          <a:xfrm>
            <a:off x="588644" y="4762322"/>
            <a:ext cx="0" cy="14868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2" name="Name Date Placeholder">
            <a:extLst>
              <a:ext uri="{FF2B5EF4-FFF2-40B4-BE49-F238E27FC236}">
                <a16:creationId xmlns:a16="http://schemas.microsoft.com/office/drawing/2014/main" id="{CAC7F701-456D-855A-7EFF-A8080DBB5322}"/>
              </a:ext>
            </a:extLst>
          </p:cNvPr>
          <p:cNvSpPr>
            <a:spLocks noGrp="1"/>
          </p:cNvSpPr>
          <p:nvPr>
            <p:ph type="body" idx="27"/>
          </p:nvPr>
        </p:nvSpPr>
        <p:spPr>
          <a:xfrm>
            <a:off x="1512423" y="586604"/>
            <a:ext cx="6347290" cy="207749"/>
          </a:xfrm>
        </p:spPr>
        <p:txBody>
          <a:bodyPr wrap="square" lIns="0" tIns="0" rIns="0" bIns="0" anchor="t" anchorCtr="0">
            <a:noAutofit/>
          </a:bodyPr>
          <a:lstStyle>
            <a:lvl1pPr marL="0" indent="0" algn="l">
              <a:buNone/>
              <a:defRPr sz="1350">
                <a:solidFill>
                  <a:schemeClr val="bg1">
                    <a:alpha val="50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2314754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01V2">
    <p:bg>
      <p:bgPr>
        <a:solidFill>
          <a:schemeClr val="bg1"/>
        </a:solidFill>
        <a:effectLst/>
      </p:bgPr>
    </p:bg>
    <p:spTree>
      <p:nvGrpSpPr>
        <p:cNvPr id="1" name=""/>
        <p:cNvGrpSpPr/>
        <p:nvPr/>
      </p:nvGrpSpPr>
      <p:grpSpPr>
        <a:xfrm>
          <a:off x="0" y="0"/>
          <a:ext cx="0" cy="0"/>
          <a:chOff x="0" y="0"/>
          <a:chExt cx="0" cy="0"/>
        </a:xfrm>
      </p:grpSpPr>
      <p:sp>
        <p:nvSpPr>
          <p:cNvPr id="7" name="Рисунок 19">
            <a:extLst>
              <a:ext uri="{FF2B5EF4-FFF2-40B4-BE49-F238E27FC236}">
                <a16:creationId xmlns:a16="http://schemas.microsoft.com/office/drawing/2014/main" id="{A6051B09-DA1A-3E13-A6F8-10F09B9F9673}"/>
              </a:ext>
            </a:extLst>
          </p:cNvPr>
          <p:cNvSpPr>
            <a:spLocks noGrp="1"/>
          </p:cNvSpPr>
          <p:nvPr>
            <p:ph type="pic" sz="quarter" idx="12"/>
          </p:nvPr>
        </p:nvSpPr>
        <p:spPr>
          <a:xfrm>
            <a:off x="4332287" y="1304925"/>
            <a:ext cx="7272338" cy="4968875"/>
          </a:xfrm>
          <a:prstGeom prst="roundRect">
            <a:avLst>
              <a:gd name="adj" fmla="val 9303"/>
            </a:avLst>
          </a:prstGeom>
        </p:spPr>
        <p:txBody>
          <a:bodyPr/>
          <a:lstStyle/>
          <a:p>
            <a:endParaRPr lang="ru-RU"/>
          </a:p>
        </p:txBody>
      </p:sp>
      <p:sp>
        <p:nvSpPr>
          <p:cNvPr id="3" name="Заголовок 1">
            <a:extLst>
              <a:ext uri="{FF2B5EF4-FFF2-40B4-BE49-F238E27FC236}">
                <a16:creationId xmlns:a16="http://schemas.microsoft.com/office/drawing/2014/main" id="{1701A77F-3F56-CD18-BB7D-9EB1DC5C0B94}"/>
              </a:ext>
            </a:extLst>
          </p:cNvPr>
          <p:cNvSpPr>
            <a:spLocks noGrp="1"/>
          </p:cNvSpPr>
          <p:nvPr>
            <p:ph type="title" hasCustomPrompt="1"/>
          </p:nvPr>
        </p:nvSpPr>
        <p:spPr>
          <a:xfrm>
            <a:off x="597207" y="1309407"/>
            <a:ext cx="3519181" cy="3323987"/>
          </a:xfrm>
          <a:prstGeom prst="rect">
            <a:avLst/>
          </a:prstGeom>
        </p:spPr>
        <p:txBody>
          <a:bodyPr vert="horz" wrap="square" lIns="0" tIns="0" rIns="0" bIns="0" rtlCol="0" anchor="t" anchorCtr="0">
            <a:noAutofit/>
          </a:bodyPr>
          <a:lstStyle>
            <a:lvl1pPr>
              <a:defRPr sz="4800">
                <a:solidFill>
                  <a:schemeClr val="tx1"/>
                </a:solidFill>
              </a:defRPr>
            </a:lvl1pPr>
          </a:lstStyle>
          <a:p>
            <a:pPr lvl="0"/>
            <a:r>
              <a:rPr lang="en-US" dirty="0"/>
              <a:t>Click to edit Master text</a:t>
            </a:r>
            <a:br>
              <a:rPr lang="ru-RU" dirty="0"/>
            </a:br>
            <a:r>
              <a:rPr lang="en-US" dirty="0"/>
              <a:t>styles</a:t>
            </a:r>
            <a:endParaRPr lang="ru-RU" dirty="0"/>
          </a:p>
        </p:txBody>
      </p:sp>
      <p:sp>
        <p:nvSpPr>
          <p:cNvPr id="9" name="Subtitle Placeholder">
            <a:extLst>
              <a:ext uri="{FF2B5EF4-FFF2-40B4-BE49-F238E27FC236}">
                <a16:creationId xmlns:a16="http://schemas.microsoft.com/office/drawing/2014/main" id="{C33DAF4D-5B62-BE3B-CC0B-FAEBC6862C28}"/>
              </a:ext>
            </a:extLst>
          </p:cNvPr>
          <p:cNvSpPr>
            <a:spLocks noGrp="1"/>
          </p:cNvSpPr>
          <p:nvPr>
            <p:ph type="body" idx="24" hasCustomPrompt="1"/>
          </p:nvPr>
        </p:nvSpPr>
        <p:spPr>
          <a:xfrm>
            <a:off x="815188" y="4762322"/>
            <a:ext cx="3301200" cy="1487587"/>
          </a:xfrm>
        </p:spPr>
        <p:txBody>
          <a:bodyPr lIns="0" tIns="0" rIns="0" bIns="0" anchor="ctr" anchorCtr="0">
            <a:noAutofit/>
          </a:bodyPr>
          <a:lstStyle>
            <a:lvl1pPr marL="0" indent="0" algn="l">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cxnSp>
        <p:nvCxnSpPr>
          <p:cNvPr id="10" name="Прямая соединительная линия 9">
            <a:extLst>
              <a:ext uri="{FF2B5EF4-FFF2-40B4-BE49-F238E27FC236}">
                <a16:creationId xmlns:a16="http://schemas.microsoft.com/office/drawing/2014/main" id="{0EB6561E-A668-1F5B-D3AA-2B30EB3E2784}"/>
              </a:ext>
            </a:extLst>
          </p:cNvPr>
          <p:cNvCxnSpPr>
            <a:cxnSpLocks/>
          </p:cNvCxnSpPr>
          <p:nvPr userDrawn="1"/>
        </p:nvCxnSpPr>
        <p:spPr>
          <a:xfrm>
            <a:off x="588644" y="4762322"/>
            <a:ext cx="0" cy="14868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2" name="Ellipse">
            <a:extLst>
              <a:ext uri="{FF2B5EF4-FFF2-40B4-BE49-F238E27FC236}">
                <a16:creationId xmlns:a16="http://schemas.microsoft.com/office/drawing/2014/main" id="{4BDBECF9-DB34-92C5-7CDA-422E5D1DE174}"/>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78F772F3-7657-B77F-33E0-AE26AA139A85}"/>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Ellipse">
            <a:extLst>
              <a:ext uri="{FF2B5EF4-FFF2-40B4-BE49-F238E27FC236}">
                <a16:creationId xmlns:a16="http://schemas.microsoft.com/office/drawing/2014/main" id="{C82AC125-CFE4-4B8F-91CC-A89EEA5C1527}"/>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Name Date Placeholder">
            <a:extLst>
              <a:ext uri="{FF2B5EF4-FFF2-40B4-BE49-F238E27FC236}">
                <a16:creationId xmlns:a16="http://schemas.microsoft.com/office/drawing/2014/main" id="{D0C2559A-C607-3F25-0A9B-C84288050F83}"/>
              </a:ext>
            </a:extLst>
          </p:cNvPr>
          <p:cNvSpPr>
            <a:spLocks noGrp="1"/>
          </p:cNvSpPr>
          <p:nvPr>
            <p:ph type="body" idx="27"/>
          </p:nvPr>
        </p:nvSpPr>
        <p:spPr>
          <a:xfrm>
            <a:off x="1512422" y="586604"/>
            <a:ext cx="6346800" cy="207749"/>
          </a:xfrm>
        </p:spPr>
        <p:txBody>
          <a:bodyPr wrap="square" lIns="0" tIns="0" rIns="0" bIns="0" anchor="t" anchorCtr="0">
            <a:spAutoFit/>
          </a:bodyPr>
          <a:lstStyle>
            <a:lvl1pPr marL="0" indent="0" algn="l">
              <a:buNone/>
              <a:defRPr sz="1350">
                <a:solidFill>
                  <a:schemeClr val="tx1">
                    <a:alpha val="50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3497181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01V3">
    <p:bg>
      <p:bgPr>
        <a:solidFill>
          <a:schemeClr val="tx1"/>
        </a:solidFill>
        <a:effectLst/>
      </p:bgPr>
    </p:bg>
    <p:spTree>
      <p:nvGrpSpPr>
        <p:cNvPr id="1" name=""/>
        <p:cNvGrpSpPr/>
        <p:nvPr/>
      </p:nvGrpSpPr>
      <p:grpSpPr>
        <a:xfrm>
          <a:off x="0" y="0"/>
          <a:ext cx="0" cy="0"/>
          <a:chOff x="0" y="0"/>
          <a:chExt cx="0" cy="0"/>
        </a:xfrm>
      </p:grpSpPr>
      <p:sp>
        <p:nvSpPr>
          <p:cNvPr id="7" name="Рисунок 19">
            <a:extLst>
              <a:ext uri="{FF2B5EF4-FFF2-40B4-BE49-F238E27FC236}">
                <a16:creationId xmlns:a16="http://schemas.microsoft.com/office/drawing/2014/main" id="{A6051B09-DA1A-3E13-A6F8-10F09B9F9673}"/>
              </a:ext>
            </a:extLst>
          </p:cNvPr>
          <p:cNvSpPr>
            <a:spLocks noGrp="1"/>
          </p:cNvSpPr>
          <p:nvPr>
            <p:ph type="pic" sz="quarter" idx="12"/>
          </p:nvPr>
        </p:nvSpPr>
        <p:spPr>
          <a:xfrm>
            <a:off x="587374" y="2869717"/>
            <a:ext cx="8208963" cy="3404084"/>
          </a:xfrm>
          <a:prstGeom prst="roundRect">
            <a:avLst>
              <a:gd name="adj" fmla="val 12063"/>
            </a:avLst>
          </a:prstGeom>
        </p:spPr>
        <p:txBody>
          <a:bodyPr/>
          <a:lstStyle/>
          <a:p>
            <a:endParaRPr lang="ru-RU"/>
          </a:p>
        </p:txBody>
      </p:sp>
      <p:sp>
        <p:nvSpPr>
          <p:cNvPr id="9" name="Заголовок 1">
            <a:extLst>
              <a:ext uri="{FF2B5EF4-FFF2-40B4-BE49-F238E27FC236}">
                <a16:creationId xmlns:a16="http://schemas.microsoft.com/office/drawing/2014/main" id="{4CEB481F-1823-4765-281F-C81410C01EAA}"/>
              </a:ext>
            </a:extLst>
          </p:cNvPr>
          <p:cNvSpPr>
            <a:spLocks noGrp="1"/>
          </p:cNvSpPr>
          <p:nvPr>
            <p:ph type="title" hasCustomPrompt="1"/>
          </p:nvPr>
        </p:nvSpPr>
        <p:spPr>
          <a:xfrm>
            <a:off x="597207" y="1318769"/>
            <a:ext cx="11007418" cy="1329595"/>
          </a:xfrm>
          <a:prstGeom prst="rect">
            <a:avLst/>
          </a:prstGeom>
        </p:spPr>
        <p:txBody>
          <a:bodyPr vert="horz" wrap="square" lIns="0" tIns="0" rIns="0" bIns="0" rtlCol="0" anchor="ctr">
            <a:noAutofit/>
          </a:bodyPr>
          <a:lstStyle>
            <a:lvl1pPr>
              <a:defRPr sz="4800">
                <a:solidFill>
                  <a:schemeClr val="bg1"/>
                </a:solidFill>
              </a:defRPr>
            </a:lvl1pPr>
          </a:lstStyle>
          <a:p>
            <a:pPr lvl="0"/>
            <a:r>
              <a:rPr lang="en-US" dirty="0"/>
              <a:t>Click to edit Master text styles</a:t>
            </a:r>
            <a:endParaRPr lang="ru-RU" dirty="0"/>
          </a:p>
        </p:txBody>
      </p:sp>
      <p:sp>
        <p:nvSpPr>
          <p:cNvPr id="3" name="Ellipse">
            <a:extLst>
              <a:ext uri="{FF2B5EF4-FFF2-40B4-BE49-F238E27FC236}">
                <a16:creationId xmlns:a16="http://schemas.microsoft.com/office/drawing/2014/main" id="{5ACA08E9-A0F7-497A-AE3B-794647A6B01F}"/>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F3A21855-91DD-0F3C-5A4C-18746B79BB99}"/>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Ellipse">
            <a:extLst>
              <a:ext uri="{FF2B5EF4-FFF2-40B4-BE49-F238E27FC236}">
                <a16:creationId xmlns:a16="http://schemas.microsoft.com/office/drawing/2014/main" id="{392B8F50-6883-091A-C4C2-B9F87717B4A3}"/>
              </a:ext>
            </a:extLst>
          </p:cNvPr>
          <p:cNvSpPr/>
          <p:nvPr userDrawn="1"/>
        </p:nvSpPr>
        <p:spPr>
          <a:xfrm>
            <a:off x="1204074" y="608091"/>
            <a:ext cx="144000" cy="144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рямоугольник: скругленные углы 7">
            <a:extLst>
              <a:ext uri="{FF2B5EF4-FFF2-40B4-BE49-F238E27FC236}">
                <a16:creationId xmlns:a16="http://schemas.microsoft.com/office/drawing/2014/main" id="{7708D77A-7D0D-AD7E-C0A8-290E56784BAA}"/>
              </a:ext>
            </a:extLst>
          </p:cNvPr>
          <p:cNvSpPr/>
          <p:nvPr userDrawn="1"/>
        </p:nvSpPr>
        <p:spPr>
          <a:xfrm>
            <a:off x="9012238" y="2869717"/>
            <a:ext cx="2592387" cy="3404082"/>
          </a:xfrm>
          <a:prstGeom prst="roundRect">
            <a:avLst>
              <a:gd name="adj" fmla="val 1685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rgbClr val="E4E5DF"/>
              </a:solidFill>
            </a:endParaRPr>
          </a:p>
        </p:txBody>
      </p:sp>
      <p:sp>
        <p:nvSpPr>
          <p:cNvPr id="12" name="Овал 11">
            <a:extLst>
              <a:ext uri="{FF2B5EF4-FFF2-40B4-BE49-F238E27FC236}">
                <a16:creationId xmlns:a16="http://schemas.microsoft.com/office/drawing/2014/main" id="{687939C5-1375-2506-AC1A-E4C3980173F0}"/>
              </a:ext>
            </a:extLst>
          </p:cNvPr>
          <p:cNvSpPr/>
          <p:nvPr userDrawn="1"/>
        </p:nvSpPr>
        <p:spPr>
          <a:xfrm>
            <a:off x="9238620" y="3078829"/>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pic>
        <p:nvPicPr>
          <p:cNvPr id="13" name="Рисунок 12" descr="Стрелка вниз со сплошной заливкой">
            <a:extLst>
              <a:ext uri="{FF2B5EF4-FFF2-40B4-BE49-F238E27FC236}">
                <a16:creationId xmlns:a16="http://schemas.microsoft.com/office/drawing/2014/main" id="{5FC6818D-A3D7-E8D2-6160-7E6B8FBB7545}"/>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1"/>
          <a:stretch>
            <a:fillRect/>
          </a:stretch>
        </p:blipFill>
        <p:spPr>
          <a:xfrm rot="13500000">
            <a:off x="9179225" y="3162250"/>
            <a:ext cx="562221" cy="255582"/>
          </a:xfrm>
          <a:prstGeom prst="rect">
            <a:avLst/>
          </a:prstGeom>
        </p:spPr>
      </p:pic>
      <p:sp>
        <p:nvSpPr>
          <p:cNvPr id="14" name="Subtitle Placeholder">
            <a:extLst>
              <a:ext uri="{FF2B5EF4-FFF2-40B4-BE49-F238E27FC236}">
                <a16:creationId xmlns:a16="http://schemas.microsoft.com/office/drawing/2014/main" id="{3BA416E9-12CA-F1D4-926B-21435F9F32C7}"/>
              </a:ext>
            </a:extLst>
          </p:cNvPr>
          <p:cNvSpPr>
            <a:spLocks noGrp="1"/>
          </p:cNvSpPr>
          <p:nvPr>
            <p:ph type="body" idx="25" hasCustomPrompt="1"/>
          </p:nvPr>
        </p:nvSpPr>
        <p:spPr>
          <a:xfrm>
            <a:off x="9012634" y="4080589"/>
            <a:ext cx="2591991" cy="2193211"/>
          </a:xfrm>
        </p:spPr>
        <p:txBody>
          <a:bodyPr lIns="216000" tIns="216000" rIns="216000" bIns="432000" anchor="b" anchorCtr="0">
            <a:noAutofit/>
          </a:bodyPr>
          <a:lstStyle>
            <a:lvl1pPr marL="0" indent="0" algn="l">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 name="Name Date Placeholder">
            <a:extLst>
              <a:ext uri="{FF2B5EF4-FFF2-40B4-BE49-F238E27FC236}">
                <a16:creationId xmlns:a16="http://schemas.microsoft.com/office/drawing/2014/main" id="{6ADD8380-6541-D4FD-07CE-8A1813FFE94F}"/>
              </a:ext>
            </a:extLst>
          </p:cNvPr>
          <p:cNvSpPr>
            <a:spLocks noGrp="1"/>
          </p:cNvSpPr>
          <p:nvPr>
            <p:ph type="body" idx="27"/>
          </p:nvPr>
        </p:nvSpPr>
        <p:spPr>
          <a:xfrm>
            <a:off x="1512422" y="586604"/>
            <a:ext cx="6346800" cy="207749"/>
          </a:xfrm>
        </p:spPr>
        <p:txBody>
          <a:bodyPr wrap="square" lIns="0" tIns="0" rIns="0" bIns="0" anchor="t" anchorCtr="0">
            <a:noAutofit/>
          </a:bodyPr>
          <a:lstStyle>
            <a:lvl1pPr marL="0" indent="0" algn="l">
              <a:buNone/>
              <a:defRPr sz="1350">
                <a:solidFill>
                  <a:schemeClr val="bg1">
                    <a:alpha val="50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2084505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S02V1">
    <p:bg>
      <p:bgPr>
        <a:solidFill>
          <a:schemeClr val="bg1"/>
        </a:solidFill>
        <a:effectLst/>
      </p:bgPr>
    </p:bg>
    <p:spTree>
      <p:nvGrpSpPr>
        <p:cNvPr id="1" name=""/>
        <p:cNvGrpSpPr/>
        <p:nvPr/>
      </p:nvGrpSpPr>
      <p:grpSpPr>
        <a:xfrm>
          <a:off x="0" y="0"/>
          <a:ext cx="0" cy="0"/>
          <a:chOff x="0" y="0"/>
          <a:chExt cx="0" cy="0"/>
        </a:xfrm>
      </p:grpSpPr>
      <p:sp>
        <p:nvSpPr>
          <p:cNvPr id="20" name="Рисунок 19">
            <a:extLst>
              <a:ext uri="{FF2B5EF4-FFF2-40B4-BE49-F238E27FC236}">
                <a16:creationId xmlns:a16="http://schemas.microsoft.com/office/drawing/2014/main" id="{B01F3E5E-5D1C-E562-E561-CADCC5F570B5}"/>
              </a:ext>
            </a:extLst>
          </p:cNvPr>
          <p:cNvSpPr>
            <a:spLocks noGrp="1"/>
          </p:cNvSpPr>
          <p:nvPr>
            <p:ph type="pic" sz="quarter" idx="12"/>
          </p:nvPr>
        </p:nvSpPr>
        <p:spPr>
          <a:xfrm>
            <a:off x="587375" y="2987017"/>
            <a:ext cx="11017250" cy="3286783"/>
          </a:xfrm>
          <a:prstGeom prst="roundRect">
            <a:avLst/>
          </a:prstGeom>
        </p:spPr>
        <p:txBody>
          <a:bodyPr/>
          <a:lstStyle/>
          <a:p>
            <a:endParaRPr lang="ru-RU"/>
          </a:p>
        </p:txBody>
      </p:sp>
      <p:sp>
        <p:nvSpPr>
          <p:cNvPr id="26" name="Subtitle Placeholder">
            <a:extLst>
              <a:ext uri="{FF2B5EF4-FFF2-40B4-BE49-F238E27FC236}">
                <a16:creationId xmlns:a16="http://schemas.microsoft.com/office/drawing/2014/main" id="{703A1FDE-DB7C-B02A-D98B-46601A540191}"/>
              </a:ext>
            </a:extLst>
          </p:cNvPr>
          <p:cNvSpPr>
            <a:spLocks noGrp="1"/>
          </p:cNvSpPr>
          <p:nvPr>
            <p:ph type="body" idx="24" hasCustomPrompt="1"/>
          </p:nvPr>
        </p:nvSpPr>
        <p:spPr>
          <a:xfrm>
            <a:off x="8302157" y="1264653"/>
            <a:ext cx="3301200" cy="1487587"/>
          </a:xfrm>
        </p:spPr>
        <p:txBody>
          <a:bodyPr lIns="0" tIns="0" rIns="0" bIns="0" anchor="ctr" anchorCtr="0">
            <a:noAutofit/>
          </a:bodyPr>
          <a:lstStyle>
            <a:lvl1pPr marL="0" indent="0" algn="l">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cxnSp>
        <p:nvCxnSpPr>
          <p:cNvPr id="32" name="Прямая соединительная линия 31">
            <a:extLst>
              <a:ext uri="{FF2B5EF4-FFF2-40B4-BE49-F238E27FC236}">
                <a16:creationId xmlns:a16="http://schemas.microsoft.com/office/drawing/2014/main" id="{4A4BAC21-DBC4-B3DD-1FE8-B438F4268D2A}"/>
              </a:ext>
            </a:extLst>
          </p:cNvPr>
          <p:cNvCxnSpPr>
            <a:cxnSpLocks/>
          </p:cNvCxnSpPr>
          <p:nvPr userDrawn="1"/>
        </p:nvCxnSpPr>
        <p:spPr>
          <a:xfrm>
            <a:off x="8075613" y="1264653"/>
            <a:ext cx="0" cy="14868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3" name="Заголовок 1">
            <a:extLst>
              <a:ext uri="{FF2B5EF4-FFF2-40B4-BE49-F238E27FC236}">
                <a16:creationId xmlns:a16="http://schemas.microsoft.com/office/drawing/2014/main" id="{878E310D-6E8D-132A-19C2-C6FD4F4BD810}"/>
              </a:ext>
            </a:extLst>
          </p:cNvPr>
          <p:cNvSpPr>
            <a:spLocks noGrp="1"/>
          </p:cNvSpPr>
          <p:nvPr>
            <p:ph type="title" hasCustomPrompt="1"/>
          </p:nvPr>
        </p:nvSpPr>
        <p:spPr>
          <a:xfrm>
            <a:off x="597207" y="1318769"/>
            <a:ext cx="7251861" cy="1329595"/>
          </a:xfrm>
          <a:prstGeom prst="rect">
            <a:avLst/>
          </a:prstGeom>
        </p:spPr>
        <p:txBody>
          <a:bodyPr vert="horz" wrap="square" lIns="0" tIns="0" rIns="0" bIns="0" rtlCol="0" anchor="ctr">
            <a:noAutofit/>
          </a:bodyPr>
          <a:lstStyle>
            <a:lvl1pPr>
              <a:defRPr sz="4800"/>
            </a:lvl1pPr>
          </a:lstStyle>
          <a:p>
            <a:pPr lvl="0"/>
            <a:r>
              <a:rPr lang="en-US" dirty="0"/>
              <a:t>Click to edit Master text styles</a:t>
            </a:r>
            <a:endParaRPr lang="ru-RU" dirty="0"/>
          </a:p>
        </p:txBody>
      </p:sp>
      <p:sp>
        <p:nvSpPr>
          <p:cNvPr id="2" name="Ellipse">
            <a:extLst>
              <a:ext uri="{FF2B5EF4-FFF2-40B4-BE49-F238E27FC236}">
                <a16:creationId xmlns:a16="http://schemas.microsoft.com/office/drawing/2014/main" id="{3F3CC92E-D7D3-6E57-6224-6ECB119B7C71}"/>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851AF570-3A3A-0098-A27E-891FFC400CF3}"/>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AD63BA88-0FFC-9310-887D-8EC601E5CF50}"/>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Footer Placeholder">
            <a:extLst>
              <a:ext uri="{FF2B5EF4-FFF2-40B4-BE49-F238E27FC236}">
                <a16:creationId xmlns:a16="http://schemas.microsoft.com/office/drawing/2014/main" id="{7EE29289-98AE-1689-C029-BD2ADB0FA9C2}"/>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943389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S02V2">
    <p:bg>
      <p:bgPr>
        <a:solidFill>
          <a:schemeClr val="tx2"/>
        </a:solidFill>
        <a:effectLst/>
      </p:bgPr>
    </p:bg>
    <p:spTree>
      <p:nvGrpSpPr>
        <p:cNvPr id="1" name=""/>
        <p:cNvGrpSpPr/>
        <p:nvPr/>
      </p:nvGrpSpPr>
      <p:grpSpPr>
        <a:xfrm>
          <a:off x="0" y="0"/>
          <a:ext cx="0" cy="0"/>
          <a:chOff x="0" y="0"/>
          <a:chExt cx="0" cy="0"/>
        </a:xfrm>
      </p:grpSpPr>
      <p:sp>
        <p:nvSpPr>
          <p:cNvPr id="8" name="Ellipse">
            <a:extLst>
              <a:ext uri="{FF2B5EF4-FFF2-40B4-BE49-F238E27FC236}">
                <a16:creationId xmlns:a16="http://schemas.microsoft.com/office/drawing/2014/main" id="{356C674D-C1B2-3D36-EDA7-DF911EB1FEB6}"/>
              </a:ext>
            </a:extLst>
          </p:cNvPr>
          <p:cNvSpPr/>
          <p:nvPr userDrawn="1"/>
        </p:nvSpPr>
        <p:spPr>
          <a:xfrm>
            <a:off x="587375" y="608227"/>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1BD3DABB-62AC-C704-C426-2B0C4C5FE585}"/>
              </a:ext>
            </a:extLst>
          </p:cNvPr>
          <p:cNvSpPr/>
          <p:nvPr userDrawn="1"/>
        </p:nvSpPr>
        <p:spPr>
          <a:xfrm>
            <a:off x="895725" y="608227"/>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Ellipse">
            <a:extLst>
              <a:ext uri="{FF2B5EF4-FFF2-40B4-BE49-F238E27FC236}">
                <a16:creationId xmlns:a16="http://schemas.microsoft.com/office/drawing/2014/main" id="{0CEC4267-75DC-2698-E83E-C2C03A67EEE7}"/>
              </a:ext>
            </a:extLst>
          </p:cNvPr>
          <p:cNvSpPr/>
          <p:nvPr userDrawn="1"/>
        </p:nvSpPr>
        <p:spPr>
          <a:xfrm>
            <a:off x="1204074" y="608227"/>
            <a:ext cx="144000" cy="144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Рисунок 19">
            <a:extLst>
              <a:ext uri="{FF2B5EF4-FFF2-40B4-BE49-F238E27FC236}">
                <a16:creationId xmlns:a16="http://schemas.microsoft.com/office/drawing/2014/main" id="{B0CA261C-D03A-2112-BD6B-FD5C5ADB06AF}"/>
              </a:ext>
            </a:extLst>
          </p:cNvPr>
          <p:cNvSpPr>
            <a:spLocks noGrp="1"/>
          </p:cNvSpPr>
          <p:nvPr>
            <p:ph type="pic" sz="quarter" idx="12"/>
          </p:nvPr>
        </p:nvSpPr>
        <p:spPr>
          <a:xfrm>
            <a:off x="587375" y="2987017"/>
            <a:ext cx="11017250" cy="3286783"/>
          </a:xfrm>
          <a:prstGeom prst="roundRect">
            <a:avLst/>
          </a:prstGeom>
        </p:spPr>
        <p:txBody>
          <a:bodyPr/>
          <a:lstStyle/>
          <a:p>
            <a:endParaRPr lang="ru-RU"/>
          </a:p>
        </p:txBody>
      </p:sp>
      <p:sp>
        <p:nvSpPr>
          <p:cNvPr id="5" name="Заголовок 1">
            <a:extLst>
              <a:ext uri="{FF2B5EF4-FFF2-40B4-BE49-F238E27FC236}">
                <a16:creationId xmlns:a16="http://schemas.microsoft.com/office/drawing/2014/main" id="{942B4F5B-2D18-5825-C746-13A791416E6F}"/>
              </a:ext>
            </a:extLst>
          </p:cNvPr>
          <p:cNvSpPr>
            <a:spLocks noGrp="1"/>
          </p:cNvSpPr>
          <p:nvPr>
            <p:ph type="title" hasCustomPrompt="1"/>
          </p:nvPr>
        </p:nvSpPr>
        <p:spPr>
          <a:xfrm>
            <a:off x="597207" y="1318769"/>
            <a:ext cx="7251861" cy="1329595"/>
          </a:xfrm>
          <a:prstGeom prst="rect">
            <a:avLst/>
          </a:prstGeom>
        </p:spPr>
        <p:txBody>
          <a:bodyPr vert="horz" wrap="square" lIns="0" tIns="0" rIns="0" bIns="0" rtlCol="0" anchor="ctr">
            <a:noAutofit/>
          </a:bodyPr>
          <a:lstStyle>
            <a:lvl1pPr>
              <a:defRPr sz="4800">
                <a:solidFill>
                  <a:schemeClr val="bg1"/>
                </a:solidFill>
              </a:defRPr>
            </a:lvl1pPr>
          </a:lstStyle>
          <a:p>
            <a:pPr lvl="0"/>
            <a:r>
              <a:rPr lang="en-US" dirty="0"/>
              <a:t>Click to edit Master text styles</a:t>
            </a:r>
            <a:endParaRPr lang="ru-RU" dirty="0"/>
          </a:p>
        </p:txBody>
      </p:sp>
      <p:sp>
        <p:nvSpPr>
          <p:cNvPr id="6" name="Subtitle Placeholder">
            <a:extLst>
              <a:ext uri="{FF2B5EF4-FFF2-40B4-BE49-F238E27FC236}">
                <a16:creationId xmlns:a16="http://schemas.microsoft.com/office/drawing/2014/main" id="{E589079C-7F36-5B7F-A645-849919EF0B44}"/>
              </a:ext>
            </a:extLst>
          </p:cNvPr>
          <p:cNvSpPr>
            <a:spLocks noGrp="1"/>
          </p:cNvSpPr>
          <p:nvPr>
            <p:ph type="body" idx="24" hasCustomPrompt="1"/>
          </p:nvPr>
        </p:nvSpPr>
        <p:spPr>
          <a:xfrm>
            <a:off x="8302157" y="1264653"/>
            <a:ext cx="3301200" cy="1487587"/>
          </a:xfrm>
        </p:spPr>
        <p:txBody>
          <a:bodyPr lIns="0" tIns="0" rIns="0" bIns="0" anchor="ctr" anchorCtr="0">
            <a:noAutofit/>
          </a:bodyPr>
          <a:lstStyle>
            <a:lvl1pPr marL="0" indent="0" algn="l">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cxnSp>
        <p:nvCxnSpPr>
          <p:cNvPr id="7" name="Прямая соединительная линия 6">
            <a:extLst>
              <a:ext uri="{FF2B5EF4-FFF2-40B4-BE49-F238E27FC236}">
                <a16:creationId xmlns:a16="http://schemas.microsoft.com/office/drawing/2014/main" id="{B6157DF3-5A4C-8236-9E4A-B19ADDB0CD37}"/>
              </a:ext>
            </a:extLst>
          </p:cNvPr>
          <p:cNvCxnSpPr>
            <a:cxnSpLocks/>
          </p:cNvCxnSpPr>
          <p:nvPr userDrawn="1"/>
        </p:nvCxnSpPr>
        <p:spPr>
          <a:xfrm>
            <a:off x="8075613" y="1264653"/>
            <a:ext cx="0" cy="14868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4" name="Footer Placeholder">
            <a:extLst>
              <a:ext uri="{FF2B5EF4-FFF2-40B4-BE49-F238E27FC236}">
                <a16:creationId xmlns:a16="http://schemas.microsoft.com/office/drawing/2014/main" id="{82E89CEB-340C-6861-6132-CCE4BAFDF811}"/>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856943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S02V3">
    <p:bg>
      <p:bgPr>
        <a:solidFill>
          <a:schemeClr val="bg1"/>
        </a:solidFill>
        <a:effectLst/>
      </p:bgPr>
    </p:bg>
    <p:spTree>
      <p:nvGrpSpPr>
        <p:cNvPr id="1" name=""/>
        <p:cNvGrpSpPr/>
        <p:nvPr/>
      </p:nvGrpSpPr>
      <p:grpSpPr>
        <a:xfrm>
          <a:off x="0" y="0"/>
          <a:ext cx="0" cy="0"/>
          <a:chOff x="0" y="0"/>
          <a:chExt cx="0" cy="0"/>
        </a:xfrm>
      </p:grpSpPr>
      <p:sp>
        <p:nvSpPr>
          <p:cNvPr id="20" name="Рисунок 19">
            <a:extLst>
              <a:ext uri="{FF2B5EF4-FFF2-40B4-BE49-F238E27FC236}">
                <a16:creationId xmlns:a16="http://schemas.microsoft.com/office/drawing/2014/main" id="{B01F3E5E-5D1C-E562-E561-CADCC5F570B5}"/>
              </a:ext>
            </a:extLst>
          </p:cNvPr>
          <p:cNvSpPr>
            <a:spLocks noGrp="1"/>
          </p:cNvSpPr>
          <p:nvPr>
            <p:ph type="pic" sz="quarter" idx="12"/>
          </p:nvPr>
        </p:nvSpPr>
        <p:spPr>
          <a:xfrm>
            <a:off x="587375" y="1329407"/>
            <a:ext cx="7272338" cy="4944393"/>
          </a:xfrm>
          <a:prstGeom prst="roundRect">
            <a:avLst>
              <a:gd name="adj" fmla="val 9644"/>
            </a:avLst>
          </a:prstGeom>
        </p:spPr>
        <p:txBody>
          <a:bodyPr/>
          <a:lstStyle/>
          <a:p>
            <a:endParaRPr lang="ru-RU"/>
          </a:p>
        </p:txBody>
      </p:sp>
      <p:sp>
        <p:nvSpPr>
          <p:cNvPr id="26" name="Subtitle Placeholder">
            <a:extLst>
              <a:ext uri="{FF2B5EF4-FFF2-40B4-BE49-F238E27FC236}">
                <a16:creationId xmlns:a16="http://schemas.microsoft.com/office/drawing/2014/main" id="{703A1FDE-DB7C-B02A-D98B-46601A540191}"/>
              </a:ext>
            </a:extLst>
          </p:cNvPr>
          <p:cNvSpPr>
            <a:spLocks noGrp="1"/>
          </p:cNvSpPr>
          <p:nvPr>
            <p:ph type="body" idx="24" hasCustomPrompt="1"/>
          </p:nvPr>
        </p:nvSpPr>
        <p:spPr>
          <a:xfrm>
            <a:off x="8302157" y="4784799"/>
            <a:ext cx="3301200" cy="1487587"/>
          </a:xfrm>
        </p:spPr>
        <p:txBody>
          <a:bodyPr lIns="0" tIns="0" rIns="0" bIns="0" anchor="ctr" anchorCtr="0">
            <a:noAutofit/>
          </a:bodyPr>
          <a:lstStyle>
            <a:lvl1pPr marL="0" indent="0" algn="l">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cxnSp>
        <p:nvCxnSpPr>
          <p:cNvPr id="32" name="Прямая соединительная линия 31">
            <a:extLst>
              <a:ext uri="{FF2B5EF4-FFF2-40B4-BE49-F238E27FC236}">
                <a16:creationId xmlns:a16="http://schemas.microsoft.com/office/drawing/2014/main" id="{4A4BAC21-DBC4-B3DD-1FE8-B438F4268D2A}"/>
              </a:ext>
            </a:extLst>
          </p:cNvPr>
          <p:cNvCxnSpPr>
            <a:cxnSpLocks/>
          </p:cNvCxnSpPr>
          <p:nvPr userDrawn="1"/>
        </p:nvCxnSpPr>
        <p:spPr>
          <a:xfrm>
            <a:off x="8075613" y="4784799"/>
            <a:ext cx="0" cy="14868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15" name="Ellipse">
            <a:extLst>
              <a:ext uri="{FF2B5EF4-FFF2-40B4-BE49-F238E27FC236}">
                <a16:creationId xmlns:a16="http://schemas.microsoft.com/office/drawing/2014/main" id="{B041C1B8-011F-C9D8-BDDD-A86A883F83FC}"/>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Ellipse">
            <a:extLst>
              <a:ext uri="{FF2B5EF4-FFF2-40B4-BE49-F238E27FC236}">
                <a16:creationId xmlns:a16="http://schemas.microsoft.com/office/drawing/2014/main" id="{6C490239-779F-60FC-F7A6-AC8BE9CE182F}"/>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Ellipse">
            <a:extLst>
              <a:ext uri="{FF2B5EF4-FFF2-40B4-BE49-F238E27FC236}">
                <a16:creationId xmlns:a16="http://schemas.microsoft.com/office/drawing/2014/main" id="{D0210DFC-E986-2FB9-3522-9F74116415FB}"/>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Заголовок 1">
            <a:extLst>
              <a:ext uri="{FF2B5EF4-FFF2-40B4-BE49-F238E27FC236}">
                <a16:creationId xmlns:a16="http://schemas.microsoft.com/office/drawing/2014/main" id="{8202C86E-B26C-2269-075D-E287334D69F7}"/>
              </a:ext>
            </a:extLst>
          </p:cNvPr>
          <p:cNvSpPr>
            <a:spLocks noGrp="1"/>
          </p:cNvSpPr>
          <p:nvPr>
            <p:ph type="title" hasCustomPrompt="1"/>
          </p:nvPr>
        </p:nvSpPr>
        <p:spPr>
          <a:xfrm>
            <a:off x="8075614" y="1304924"/>
            <a:ext cx="3527744" cy="2659190"/>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2" name="Footer Placeholder">
            <a:extLst>
              <a:ext uri="{FF2B5EF4-FFF2-40B4-BE49-F238E27FC236}">
                <a16:creationId xmlns:a16="http://schemas.microsoft.com/office/drawing/2014/main" id="{879BE0CD-4AE6-E76F-91A3-6D284395FFB8}"/>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711972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S02V4">
    <p:bg>
      <p:bgPr>
        <a:solidFill>
          <a:schemeClr val="bg1"/>
        </a:solidFill>
        <a:effectLst/>
      </p:bgPr>
    </p:bg>
    <p:spTree>
      <p:nvGrpSpPr>
        <p:cNvPr id="1" name=""/>
        <p:cNvGrpSpPr/>
        <p:nvPr/>
      </p:nvGrpSpPr>
      <p:grpSpPr>
        <a:xfrm>
          <a:off x="0" y="0"/>
          <a:ext cx="0" cy="0"/>
          <a:chOff x="0" y="0"/>
          <a:chExt cx="0" cy="0"/>
        </a:xfrm>
      </p:grpSpPr>
      <p:sp>
        <p:nvSpPr>
          <p:cNvPr id="20" name="Рисунок 19">
            <a:extLst>
              <a:ext uri="{FF2B5EF4-FFF2-40B4-BE49-F238E27FC236}">
                <a16:creationId xmlns:a16="http://schemas.microsoft.com/office/drawing/2014/main" id="{B01F3E5E-5D1C-E562-E561-CADCC5F570B5}"/>
              </a:ext>
            </a:extLst>
          </p:cNvPr>
          <p:cNvSpPr>
            <a:spLocks noGrp="1"/>
          </p:cNvSpPr>
          <p:nvPr>
            <p:ph type="pic" sz="quarter" idx="12"/>
          </p:nvPr>
        </p:nvSpPr>
        <p:spPr>
          <a:xfrm>
            <a:off x="4350065" y="1329407"/>
            <a:ext cx="7272338" cy="4944393"/>
          </a:xfrm>
          <a:prstGeom prst="roundRect">
            <a:avLst>
              <a:gd name="adj" fmla="val 9644"/>
            </a:avLst>
          </a:prstGeom>
        </p:spPr>
        <p:txBody>
          <a:bodyPr/>
          <a:lstStyle/>
          <a:p>
            <a:endParaRPr lang="ru-RU"/>
          </a:p>
        </p:txBody>
      </p:sp>
      <p:sp>
        <p:nvSpPr>
          <p:cNvPr id="5" name="Прямоугольник: скругленные углы 4">
            <a:extLst>
              <a:ext uri="{FF2B5EF4-FFF2-40B4-BE49-F238E27FC236}">
                <a16:creationId xmlns:a16="http://schemas.microsoft.com/office/drawing/2014/main" id="{95F910DF-5772-6447-D1D7-78F5917D0949}"/>
              </a:ext>
            </a:extLst>
          </p:cNvPr>
          <p:cNvSpPr/>
          <p:nvPr userDrawn="1"/>
        </p:nvSpPr>
        <p:spPr>
          <a:xfrm>
            <a:off x="569596" y="4107463"/>
            <a:ext cx="3546792" cy="2166337"/>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7" name="Овал 6">
            <a:extLst>
              <a:ext uri="{FF2B5EF4-FFF2-40B4-BE49-F238E27FC236}">
                <a16:creationId xmlns:a16="http://schemas.microsoft.com/office/drawing/2014/main" id="{987324FE-A04F-3D4C-250A-447526A6565A}"/>
              </a:ext>
            </a:extLst>
          </p:cNvPr>
          <p:cNvSpPr/>
          <p:nvPr userDrawn="1"/>
        </p:nvSpPr>
        <p:spPr>
          <a:xfrm>
            <a:off x="3466783" y="432722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8" name="Рисунок 7" descr="Стрелка вниз со сплошной заливкой">
            <a:extLst>
              <a:ext uri="{FF2B5EF4-FFF2-40B4-BE49-F238E27FC236}">
                <a16:creationId xmlns:a16="http://schemas.microsoft.com/office/drawing/2014/main" id="{165F80D2-A472-E2A1-4912-85149B832B4F}"/>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1"/>
          <a:stretch>
            <a:fillRect/>
          </a:stretch>
        </p:blipFill>
        <p:spPr>
          <a:xfrm rot="13500000">
            <a:off x="3407388" y="4410644"/>
            <a:ext cx="562221" cy="255582"/>
          </a:xfrm>
          <a:prstGeom prst="rect">
            <a:avLst/>
          </a:prstGeom>
        </p:spPr>
      </p:pic>
      <p:sp>
        <p:nvSpPr>
          <p:cNvPr id="10" name="Subtitle Placeholder">
            <a:extLst>
              <a:ext uri="{FF2B5EF4-FFF2-40B4-BE49-F238E27FC236}">
                <a16:creationId xmlns:a16="http://schemas.microsoft.com/office/drawing/2014/main" id="{6929A5B3-A84D-5B60-74BF-3009DB99D6F0}"/>
              </a:ext>
            </a:extLst>
          </p:cNvPr>
          <p:cNvSpPr>
            <a:spLocks noGrp="1"/>
          </p:cNvSpPr>
          <p:nvPr>
            <p:ph type="body" idx="24" hasCustomPrompt="1"/>
          </p:nvPr>
        </p:nvSpPr>
        <p:spPr>
          <a:xfrm>
            <a:off x="569596" y="4784799"/>
            <a:ext cx="3527744" cy="1487587"/>
          </a:xfrm>
        </p:spPr>
        <p:txBody>
          <a:bodyPr lIns="216000" tIns="216000" rIns="216000" bIns="43200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 name="Заголовок 1">
            <a:extLst>
              <a:ext uri="{FF2B5EF4-FFF2-40B4-BE49-F238E27FC236}">
                <a16:creationId xmlns:a16="http://schemas.microsoft.com/office/drawing/2014/main" id="{49D8A2F1-FC9D-FF7D-1472-AE4471B42733}"/>
              </a:ext>
            </a:extLst>
          </p:cNvPr>
          <p:cNvSpPr>
            <a:spLocks noGrp="1"/>
          </p:cNvSpPr>
          <p:nvPr>
            <p:ph type="title" hasCustomPrompt="1"/>
          </p:nvPr>
        </p:nvSpPr>
        <p:spPr>
          <a:xfrm>
            <a:off x="588758" y="1304924"/>
            <a:ext cx="3527744" cy="2659190"/>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2" name="Ellipse">
            <a:extLst>
              <a:ext uri="{FF2B5EF4-FFF2-40B4-BE49-F238E27FC236}">
                <a16:creationId xmlns:a16="http://schemas.microsoft.com/office/drawing/2014/main" id="{451FF9DA-694D-7207-D963-EAA9EBE6F42A}"/>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7D0F6764-C674-61B3-E0A8-8F546A690121}"/>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Ellipse">
            <a:extLst>
              <a:ext uri="{FF2B5EF4-FFF2-40B4-BE49-F238E27FC236}">
                <a16:creationId xmlns:a16="http://schemas.microsoft.com/office/drawing/2014/main" id="{5671F36F-6A44-1596-B42C-D54F6078E547}"/>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Footer Placeholder">
            <a:extLst>
              <a:ext uri="{FF2B5EF4-FFF2-40B4-BE49-F238E27FC236}">
                <a16:creationId xmlns:a16="http://schemas.microsoft.com/office/drawing/2014/main" id="{425E8683-E0EF-0B33-56C8-3B3DB986C6F4}"/>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387769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03V1">
    <p:bg>
      <p:bgPr>
        <a:solidFill>
          <a:schemeClr val="bg2"/>
        </a:solidFill>
        <a:effectLst/>
      </p:bgPr>
    </p:bg>
    <p:spTree>
      <p:nvGrpSpPr>
        <p:cNvPr id="1" name=""/>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EDEC381A-B2DE-C3A8-3E5B-47D8381F3662}"/>
              </a:ext>
            </a:extLst>
          </p:cNvPr>
          <p:cNvSpPr/>
          <p:nvPr userDrawn="1"/>
        </p:nvSpPr>
        <p:spPr>
          <a:xfrm>
            <a:off x="587375" y="2188280"/>
            <a:ext cx="3529012" cy="1220400"/>
          </a:xfrm>
          <a:prstGeom prst="roundRect">
            <a:avLst>
              <a:gd name="adj" fmla="val 17879"/>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5" name="Text Placeholder">
            <a:extLst>
              <a:ext uri="{FF2B5EF4-FFF2-40B4-BE49-F238E27FC236}">
                <a16:creationId xmlns:a16="http://schemas.microsoft.com/office/drawing/2014/main" id="{B84FDAFE-2025-93E2-A772-A1ED82C59AFF}"/>
              </a:ext>
            </a:extLst>
          </p:cNvPr>
          <p:cNvSpPr>
            <a:spLocks noGrp="1"/>
          </p:cNvSpPr>
          <p:nvPr>
            <p:ph type="body" idx="25" hasCustomPrompt="1"/>
          </p:nvPr>
        </p:nvSpPr>
        <p:spPr>
          <a:xfrm>
            <a:off x="1293058" y="2272594"/>
            <a:ext cx="2823329" cy="1051772"/>
          </a:xfrm>
        </p:spPr>
        <p:txBody>
          <a:bodyPr wrap="square" lIns="108000" tIns="216000" rIns="216000" bIns="216000" anchor="ctr"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6" name="Овал 5">
            <a:extLst>
              <a:ext uri="{FF2B5EF4-FFF2-40B4-BE49-F238E27FC236}">
                <a16:creationId xmlns:a16="http://schemas.microsoft.com/office/drawing/2014/main" id="{1D78F31D-4B83-E242-EEC9-614B2997B960}"/>
              </a:ext>
            </a:extLst>
          </p:cNvPr>
          <p:cNvSpPr/>
          <p:nvPr userDrawn="1"/>
        </p:nvSpPr>
        <p:spPr>
          <a:xfrm>
            <a:off x="823724" y="2582480"/>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solidFill>
                  <a:schemeClr val="tx1"/>
                </a:solidFill>
              </a:rPr>
              <a:t>1</a:t>
            </a:r>
          </a:p>
        </p:txBody>
      </p:sp>
      <p:sp>
        <p:nvSpPr>
          <p:cNvPr id="8" name="Прямоугольник: скругленные углы 7">
            <a:extLst>
              <a:ext uri="{FF2B5EF4-FFF2-40B4-BE49-F238E27FC236}">
                <a16:creationId xmlns:a16="http://schemas.microsoft.com/office/drawing/2014/main" id="{667AE157-5089-7BB9-5539-EF58CB6FE33A}"/>
              </a:ext>
            </a:extLst>
          </p:cNvPr>
          <p:cNvSpPr/>
          <p:nvPr userDrawn="1"/>
        </p:nvSpPr>
        <p:spPr>
          <a:xfrm>
            <a:off x="587375" y="3626354"/>
            <a:ext cx="3529012" cy="12204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9" name="Text Placeholder">
            <a:extLst>
              <a:ext uri="{FF2B5EF4-FFF2-40B4-BE49-F238E27FC236}">
                <a16:creationId xmlns:a16="http://schemas.microsoft.com/office/drawing/2014/main" id="{6BBBFFE4-8A43-FD1A-048F-C5071D5B6207}"/>
              </a:ext>
            </a:extLst>
          </p:cNvPr>
          <p:cNvSpPr>
            <a:spLocks noGrp="1"/>
          </p:cNvSpPr>
          <p:nvPr>
            <p:ph type="body" idx="26" hasCustomPrompt="1"/>
          </p:nvPr>
        </p:nvSpPr>
        <p:spPr>
          <a:xfrm>
            <a:off x="1293058" y="3710668"/>
            <a:ext cx="2823329" cy="1051772"/>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0" name="Овал 9">
            <a:extLst>
              <a:ext uri="{FF2B5EF4-FFF2-40B4-BE49-F238E27FC236}">
                <a16:creationId xmlns:a16="http://schemas.microsoft.com/office/drawing/2014/main" id="{EED6324C-613B-A980-B8A3-A5ACB9396F28}"/>
              </a:ext>
            </a:extLst>
          </p:cNvPr>
          <p:cNvSpPr/>
          <p:nvPr userDrawn="1"/>
        </p:nvSpPr>
        <p:spPr>
          <a:xfrm>
            <a:off x="823724" y="4020554"/>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t>4</a:t>
            </a:r>
          </a:p>
        </p:txBody>
      </p:sp>
      <p:sp>
        <p:nvSpPr>
          <p:cNvPr id="11" name="Прямоугольник: скругленные углы 10">
            <a:extLst>
              <a:ext uri="{FF2B5EF4-FFF2-40B4-BE49-F238E27FC236}">
                <a16:creationId xmlns:a16="http://schemas.microsoft.com/office/drawing/2014/main" id="{3A33F5D2-4E9E-4198-935D-62ACE3157CE9}"/>
              </a:ext>
            </a:extLst>
          </p:cNvPr>
          <p:cNvSpPr/>
          <p:nvPr userDrawn="1"/>
        </p:nvSpPr>
        <p:spPr>
          <a:xfrm>
            <a:off x="4342276" y="2188280"/>
            <a:ext cx="3529012" cy="12204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2" name="Text Placeholder">
            <a:extLst>
              <a:ext uri="{FF2B5EF4-FFF2-40B4-BE49-F238E27FC236}">
                <a16:creationId xmlns:a16="http://schemas.microsoft.com/office/drawing/2014/main" id="{48D116AC-EBE2-429C-A691-FFFC28960EF1}"/>
              </a:ext>
            </a:extLst>
          </p:cNvPr>
          <p:cNvSpPr>
            <a:spLocks noGrp="1"/>
          </p:cNvSpPr>
          <p:nvPr>
            <p:ph type="body" idx="27" hasCustomPrompt="1"/>
          </p:nvPr>
        </p:nvSpPr>
        <p:spPr>
          <a:xfrm>
            <a:off x="5047959" y="2272594"/>
            <a:ext cx="2823329" cy="1051772"/>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3" name="Овал 12">
            <a:extLst>
              <a:ext uri="{FF2B5EF4-FFF2-40B4-BE49-F238E27FC236}">
                <a16:creationId xmlns:a16="http://schemas.microsoft.com/office/drawing/2014/main" id="{324BACFC-3C97-E6AC-0607-EEFD661764D2}"/>
              </a:ext>
            </a:extLst>
          </p:cNvPr>
          <p:cNvSpPr/>
          <p:nvPr userDrawn="1"/>
        </p:nvSpPr>
        <p:spPr>
          <a:xfrm>
            <a:off x="4578625" y="2582480"/>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t>2</a:t>
            </a:r>
          </a:p>
        </p:txBody>
      </p:sp>
      <p:sp>
        <p:nvSpPr>
          <p:cNvPr id="14" name="Прямоугольник: скругленные углы 13">
            <a:extLst>
              <a:ext uri="{FF2B5EF4-FFF2-40B4-BE49-F238E27FC236}">
                <a16:creationId xmlns:a16="http://schemas.microsoft.com/office/drawing/2014/main" id="{F89842C4-CCD7-3551-AF81-12017A40FD93}"/>
              </a:ext>
            </a:extLst>
          </p:cNvPr>
          <p:cNvSpPr/>
          <p:nvPr userDrawn="1"/>
        </p:nvSpPr>
        <p:spPr>
          <a:xfrm>
            <a:off x="4342276" y="3626354"/>
            <a:ext cx="3529012" cy="1220400"/>
          </a:xfrm>
          <a:prstGeom prst="roundRect">
            <a:avLst>
              <a:gd name="adj" fmla="val 17879"/>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5" name="Text Placeholder">
            <a:extLst>
              <a:ext uri="{FF2B5EF4-FFF2-40B4-BE49-F238E27FC236}">
                <a16:creationId xmlns:a16="http://schemas.microsoft.com/office/drawing/2014/main" id="{F1B1D7C6-AFD5-25DC-4795-2B5029406E77}"/>
              </a:ext>
            </a:extLst>
          </p:cNvPr>
          <p:cNvSpPr>
            <a:spLocks noGrp="1"/>
          </p:cNvSpPr>
          <p:nvPr>
            <p:ph type="body" idx="28" hasCustomPrompt="1"/>
          </p:nvPr>
        </p:nvSpPr>
        <p:spPr>
          <a:xfrm>
            <a:off x="5047959" y="3710668"/>
            <a:ext cx="2823329" cy="1051772"/>
          </a:xfrm>
        </p:spPr>
        <p:txBody>
          <a:bodyPr wrap="square" lIns="108000" tIns="216000" rIns="216000" bIns="216000" anchor="ctr"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6" name="Овал 15">
            <a:extLst>
              <a:ext uri="{FF2B5EF4-FFF2-40B4-BE49-F238E27FC236}">
                <a16:creationId xmlns:a16="http://schemas.microsoft.com/office/drawing/2014/main" id="{7A476E2E-124B-BA83-AD1B-B892359B836B}"/>
              </a:ext>
            </a:extLst>
          </p:cNvPr>
          <p:cNvSpPr/>
          <p:nvPr userDrawn="1"/>
        </p:nvSpPr>
        <p:spPr>
          <a:xfrm>
            <a:off x="4578625" y="4020554"/>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solidFill>
                  <a:schemeClr val="tx1"/>
                </a:solidFill>
              </a:rPr>
              <a:t>5</a:t>
            </a:r>
          </a:p>
        </p:txBody>
      </p:sp>
      <p:sp>
        <p:nvSpPr>
          <p:cNvPr id="20" name="Прямоугольник: скругленные углы 19">
            <a:extLst>
              <a:ext uri="{FF2B5EF4-FFF2-40B4-BE49-F238E27FC236}">
                <a16:creationId xmlns:a16="http://schemas.microsoft.com/office/drawing/2014/main" id="{E9D45EF3-17EB-B049-2A39-61C2A06C01F2}"/>
              </a:ext>
            </a:extLst>
          </p:cNvPr>
          <p:cNvSpPr/>
          <p:nvPr userDrawn="1"/>
        </p:nvSpPr>
        <p:spPr>
          <a:xfrm>
            <a:off x="8076107" y="2188280"/>
            <a:ext cx="3529012" cy="12204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2" name="Text Placeholder">
            <a:extLst>
              <a:ext uri="{FF2B5EF4-FFF2-40B4-BE49-F238E27FC236}">
                <a16:creationId xmlns:a16="http://schemas.microsoft.com/office/drawing/2014/main" id="{23D22C86-E112-5432-C501-1CC5FD398AE6}"/>
              </a:ext>
            </a:extLst>
          </p:cNvPr>
          <p:cNvSpPr>
            <a:spLocks noGrp="1"/>
          </p:cNvSpPr>
          <p:nvPr>
            <p:ph type="body" idx="29" hasCustomPrompt="1"/>
          </p:nvPr>
        </p:nvSpPr>
        <p:spPr>
          <a:xfrm>
            <a:off x="8781790" y="2272594"/>
            <a:ext cx="2823329" cy="1051772"/>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9" name="Овал 28">
            <a:extLst>
              <a:ext uri="{FF2B5EF4-FFF2-40B4-BE49-F238E27FC236}">
                <a16:creationId xmlns:a16="http://schemas.microsoft.com/office/drawing/2014/main" id="{E4B6D7BF-891D-0DDE-EE3C-81C62A00B409}"/>
              </a:ext>
            </a:extLst>
          </p:cNvPr>
          <p:cNvSpPr/>
          <p:nvPr userDrawn="1"/>
        </p:nvSpPr>
        <p:spPr>
          <a:xfrm>
            <a:off x="8312456" y="2582480"/>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t>3</a:t>
            </a:r>
          </a:p>
        </p:txBody>
      </p:sp>
      <p:sp>
        <p:nvSpPr>
          <p:cNvPr id="33" name="Прямоугольник: скругленные углы 32">
            <a:extLst>
              <a:ext uri="{FF2B5EF4-FFF2-40B4-BE49-F238E27FC236}">
                <a16:creationId xmlns:a16="http://schemas.microsoft.com/office/drawing/2014/main" id="{F97647DA-FC23-11A5-2B8B-4DC4B5AF5CDF}"/>
              </a:ext>
            </a:extLst>
          </p:cNvPr>
          <p:cNvSpPr/>
          <p:nvPr userDrawn="1"/>
        </p:nvSpPr>
        <p:spPr>
          <a:xfrm>
            <a:off x="8076107" y="3626354"/>
            <a:ext cx="3529012" cy="12204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rgbClr val="E4E5DF"/>
              </a:solidFill>
            </a:endParaRPr>
          </a:p>
        </p:txBody>
      </p:sp>
      <p:sp>
        <p:nvSpPr>
          <p:cNvPr id="36" name="Text Placeholder">
            <a:extLst>
              <a:ext uri="{FF2B5EF4-FFF2-40B4-BE49-F238E27FC236}">
                <a16:creationId xmlns:a16="http://schemas.microsoft.com/office/drawing/2014/main" id="{2D1794BC-09E0-0494-17B9-104F36CD470A}"/>
              </a:ext>
            </a:extLst>
          </p:cNvPr>
          <p:cNvSpPr>
            <a:spLocks noGrp="1"/>
          </p:cNvSpPr>
          <p:nvPr>
            <p:ph type="body" idx="30" hasCustomPrompt="1"/>
          </p:nvPr>
        </p:nvSpPr>
        <p:spPr>
          <a:xfrm>
            <a:off x="8781790" y="3710668"/>
            <a:ext cx="2823329" cy="1051772"/>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9" name="Овал 38">
            <a:extLst>
              <a:ext uri="{FF2B5EF4-FFF2-40B4-BE49-F238E27FC236}">
                <a16:creationId xmlns:a16="http://schemas.microsoft.com/office/drawing/2014/main" id="{EC4FB7F9-6F65-DC78-40FC-6E10620A64DF}"/>
              </a:ext>
            </a:extLst>
          </p:cNvPr>
          <p:cNvSpPr/>
          <p:nvPr userDrawn="1"/>
        </p:nvSpPr>
        <p:spPr>
          <a:xfrm>
            <a:off x="8312456" y="4020554"/>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t>6</a:t>
            </a:r>
          </a:p>
        </p:txBody>
      </p:sp>
      <p:sp>
        <p:nvSpPr>
          <p:cNvPr id="41" name="Прямоугольник: скругленные углы 40">
            <a:extLst>
              <a:ext uri="{FF2B5EF4-FFF2-40B4-BE49-F238E27FC236}">
                <a16:creationId xmlns:a16="http://schemas.microsoft.com/office/drawing/2014/main" id="{7A59F669-287E-ABA5-4F10-6AC91672D5A2}"/>
              </a:ext>
            </a:extLst>
          </p:cNvPr>
          <p:cNvSpPr/>
          <p:nvPr userDrawn="1"/>
        </p:nvSpPr>
        <p:spPr>
          <a:xfrm>
            <a:off x="597207" y="5063730"/>
            <a:ext cx="3529012" cy="12204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44" name="Text Placeholder">
            <a:extLst>
              <a:ext uri="{FF2B5EF4-FFF2-40B4-BE49-F238E27FC236}">
                <a16:creationId xmlns:a16="http://schemas.microsoft.com/office/drawing/2014/main" id="{ED4C4D1C-B891-FB37-27E6-09D9743B1730}"/>
              </a:ext>
            </a:extLst>
          </p:cNvPr>
          <p:cNvSpPr>
            <a:spLocks noGrp="1"/>
          </p:cNvSpPr>
          <p:nvPr>
            <p:ph type="body" idx="37" hasCustomPrompt="1"/>
          </p:nvPr>
        </p:nvSpPr>
        <p:spPr>
          <a:xfrm>
            <a:off x="1302890" y="5148044"/>
            <a:ext cx="2823329" cy="1051772"/>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6" name="Овал 45">
            <a:extLst>
              <a:ext uri="{FF2B5EF4-FFF2-40B4-BE49-F238E27FC236}">
                <a16:creationId xmlns:a16="http://schemas.microsoft.com/office/drawing/2014/main" id="{200AA6F9-9B16-404C-E09F-AD0E3B4D98DF}"/>
              </a:ext>
            </a:extLst>
          </p:cNvPr>
          <p:cNvSpPr/>
          <p:nvPr userDrawn="1"/>
        </p:nvSpPr>
        <p:spPr>
          <a:xfrm>
            <a:off x="833556" y="5457930"/>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t>7</a:t>
            </a:r>
          </a:p>
        </p:txBody>
      </p:sp>
      <p:sp>
        <p:nvSpPr>
          <p:cNvPr id="47" name="Прямоугольник: скругленные углы 46">
            <a:extLst>
              <a:ext uri="{FF2B5EF4-FFF2-40B4-BE49-F238E27FC236}">
                <a16:creationId xmlns:a16="http://schemas.microsoft.com/office/drawing/2014/main" id="{9CDEDB25-00F6-7D40-70B3-5E8B84C548FC}"/>
              </a:ext>
            </a:extLst>
          </p:cNvPr>
          <p:cNvSpPr/>
          <p:nvPr userDrawn="1"/>
        </p:nvSpPr>
        <p:spPr>
          <a:xfrm>
            <a:off x="4352108" y="5063730"/>
            <a:ext cx="3529012" cy="1220400"/>
          </a:xfrm>
          <a:prstGeom prst="roundRect">
            <a:avLst>
              <a:gd name="adj" fmla="val 178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48" name="Text Placeholder">
            <a:extLst>
              <a:ext uri="{FF2B5EF4-FFF2-40B4-BE49-F238E27FC236}">
                <a16:creationId xmlns:a16="http://schemas.microsoft.com/office/drawing/2014/main" id="{D7B5A83B-3CDF-AF0B-DB2D-4EDAFF3EFAF1}"/>
              </a:ext>
            </a:extLst>
          </p:cNvPr>
          <p:cNvSpPr>
            <a:spLocks noGrp="1"/>
          </p:cNvSpPr>
          <p:nvPr>
            <p:ph type="body" idx="38" hasCustomPrompt="1"/>
          </p:nvPr>
        </p:nvSpPr>
        <p:spPr>
          <a:xfrm>
            <a:off x="5057791" y="5148044"/>
            <a:ext cx="2823329" cy="1051772"/>
          </a:xfrm>
        </p:spPr>
        <p:txBody>
          <a:bodyPr wrap="square" lIns="108000" tIns="216000" rIns="216000" bIns="216000" anchor="ctr"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9" name="Овал 48">
            <a:extLst>
              <a:ext uri="{FF2B5EF4-FFF2-40B4-BE49-F238E27FC236}">
                <a16:creationId xmlns:a16="http://schemas.microsoft.com/office/drawing/2014/main" id="{5D35B107-FD17-CD1D-5B7E-35BB0620A764}"/>
              </a:ext>
            </a:extLst>
          </p:cNvPr>
          <p:cNvSpPr/>
          <p:nvPr userDrawn="1"/>
        </p:nvSpPr>
        <p:spPr>
          <a:xfrm>
            <a:off x="4588457" y="5457930"/>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solidFill>
                  <a:schemeClr val="accent1"/>
                </a:solidFill>
              </a:rPr>
              <a:t>8</a:t>
            </a:r>
          </a:p>
        </p:txBody>
      </p:sp>
      <p:sp>
        <p:nvSpPr>
          <p:cNvPr id="53" name="Заголовок 1">
            <a:extLst>
              <a:ext uri="{FF2B5EF4-FFF2-40B4-BE49-F238E27FC236}">
                <a16:creationId xmlns:a16="http://schemas.microsoft.com/office/drawing/2014/main" id="{CCF81269-AA60-6BC7-7C25-ABA85598C785}"/>
              </a:ext>
            </a:extLst>
          </p:cNvPr>
          <p:cNvSpPr>
            <a:spLocks noGrp="1"/>
          </p:cNvSpPr>
          <p:nvPr>
            <p:ph type="title" hasCustomPrompt="1"/>
          </p:nvPr>
        </p:nvSpPr>
        <p:spPr>
          <a:xfrm>
            <a:off x="597207" y="1309407"/>
            <a:ext cx="11007418" cy="664797"/>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3" name="Ellipse">
            <a:extLst>
              <a:ext uri="{FF2B5EF4-FFF2-40B4-BE49-F238E27FC236}">
                <a16:creationId xmlns:a16="http://schemas.microsoft.com/office/drawing/2014/main" id="{8CA1DE8B-BFFD-C31C-4B5E-2296A71AA21C}"/>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Ellipse">
            <a:extLst>
              <a:ext uri="{FF2B5EF4-FFF2-40B4-BE49-F238E27FC236}">
                <a16:creationId xmlns:a16="http://schemas.microsoft.com/office/drawing/2014/main" id="{3BED9ED3-D901-399C-6F8C-E2F6A005BB1C}"/>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Ellipse">
            <a:extLst>
              <a:ext uri="{FF2B5EF4-FFF2-40B4-BE49-F238E27FC236}">
                <a16:creationId xmlns:a16="http://schemas.microsoft.com/office/drawing/2014/main" id="{53DA1B90-1D12-41AC-A16C-06D7BA0280A5}"/>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Footer Placeholder">
            <a:extLst>
              <a:ext uri="{FF2B5EF4-FFF2-40B4-BE49-F238E27FC236}">
                <a16:creationId xmlns:a16="http://schemas.microsoft.com/office/drawing/2014/main" id="{0DE9060C-7E32-6F63-8CEF-81D27503EF80}"/>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290902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03V2">
    <p:bg>
      <p:bgPr>
        <a:solidFill>
          <a:schemeClr val="tx2"/>
        </a:solidFill>
        <a:effectLst/>
      </p:bgPr>
    </p:bg>
    <p:spTree>
      <p:nvGrpSpPr>
        <p:cNvPr id="1" name=""/>
        <p:cNvGrpSpPr/>
        <p:nvPr/>
      </p:nvGrpSpPr>
      <p:grpSpPr>
        <a:xfrm>
          <a:off x="0" y="0"/>
          <a:ext cx="0" cy="0"/>
          <a:chOff x="0" y="0"/>
          <a:chExt cx="0" cy="0"/>
        </a:xfrm>
      </p:grpSpPr>
      <p:sp>
        <p:nvSpPr>
          <p:cNvPr id="18" name="Прямоугольник: скругленные углы 17">
            <a:extLst>
              <a:ext uri="{FF2B5EF4-FFF2-40B4-BE49-F238E27FC236}">
                <a16:creationId xmlns:a16="http://schemas.microsoft.com/office/drawing/2014/main" id="{13A712BE-FDB7-06EB-ED5B-01909A4CB0F1}"/>
              </a:ext>
            </a:extLst>
          </p:cNvPr>
          <p:cNvSpPr/>
          <p:nvPr userDrawn="1"/>
        </p:nvSpPr>
        <p:spPr>
          <a:xfrm>
            <a:off x="587374" y="4519859"/>
            <a:ext cx="5400000" cy="17532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9" name="Text Placeholder">
            <a:extLst>
              <a:ext uri="{FF2B5EF4-FFF2-40B4-BE49-F238E27FC236}">
                <a16:creationId xmlns:a16="http://schemas.microsoft.com/office/drawing/2014/main" id="{26BF341A-FF27-B8AC-BF81-CCF3C925B7F8}"/>
              </a:ext>
            </a:extLst>
          </p:cNvPr>
          <p:cNvSpPr>
            <a:spLocks noGrp="1"/>
          </p:cNvSpPr>
          <p:nvPr userDrawn="1">
            <p:ph type="body" idx="26" hasCustomPrompt="1"/>
          </p:nvPr>
        </p:nvSpPr>
        <p:spPr>
          <a:xfrm>
            <a:off x="1293058" y="4520376"/>
            <a:ext cx="4694400" cy="1752166"/>
          </a:xfrm>
        </p:spPr>
        <p:txBody>
          <a:bodyPr wrap="square" lIns="108000" tIns="432000" rIns="216000" bIns="432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1" name="Овал 20">
            <a:extLst>
              <a:ext uri="{FF2B5EF4-FFF2-40B4-BE49-F238E27FC236}">
                <a16:creationId xmlns:a16="http://schemas.microsoft.com/office/drawing/2014/main" id="{716258A0-1CDD-1DE5-96B4-AF7F5F585EE8}"/>
              </a:ext>
            </a:extLst>
          </p:cNvPr>
          <p:cNvSpPr/>
          <p:nvPr userDrawn="1"/>
        </p:nvSpPr>
        <p:spPr>
          <a:xfrm>
            <a:off x="823724" y="5175002"/>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t>3</a:t>
            </a:r>
          </a:p>
        </p:txBody>
      </p:sp>
      <p:sp>
        <p:nvSpPr>
          <p:cNvPr id="24" name="Прямоугольник: скругленные углы 23">
            <a:extLst>
              <a:ext uri="{FF2B5EF4-FFF2-40B4-BE49-F238E27FC236}">
                <a16:creationId xmlns:a16="http://schemas.microsoft.com/office/drawing/2014/main" id="{6BEEE3FE-68A4-BD3D-CF0E-AB37E0EA6EFE}"/>
              </a:ext>
            </a:extLst>
          </p:cNvPr>
          <p:cNvSpPr/>
          <p:nvPr userDrawn="1"/>
        </p:nvSpPr>
        <p:spPr>
          <a:xfrm>
            <a:off x="602335" y="2551659"/>
            <a:ext cx="5400000" cy="17532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5" name="Text Placeholder">
            <a:extLst>
              <a:ext uri="{FF2B5EF4-FFF2-40B4-BE49-F238E27FC236}">
                <a16:creationId xmlns:a16="http://schemas.microsoft.com/office/drawing/2014/main" id="{E2DA941B-C4F3-4C96-D162-6FE3E4ADEA81}"/>
              </a:ext>
            </a:extLst>
          </p:cNvPr>
          <p:cNvSpPr>
            <a:spLocks noGrp="1"/>
          </p:cNvSpPr>
          <p:nvPr userDrawn="1">
            <p:ph type="body" idx="27" hasCustomPrompt="1"/>
          </p:nvPr>
        </p:nvSpPr>
        <p:spPr>
          <a:xfrm>
            <a:off x="1308017" y="2552176"/>
            <a:ext cx="4694400" cy="1752166"/>
          </a:xfrm>
        </p:spPr>
        <p:txBody>
          <a:bodyPr wrap="square" lIns="108000" tIns="432000" rIns="216000" bIns="432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8" name="Овал 27">
            <a:extLst>
              <a:ext uri="{FF2B5EF4-FFF2-40B4-BE49-F238E27FC236}">
                <a16:creationId xmlns:a16="http://schemas.microsoft.com/office/drawing/2014/main" id="{10EB700B-D3B5-399A-C50D-61AC2F676C32}"/>
              </a:ext>
            </a:extLst>
          </p:cNvPr>
          <p:cNvSpPr/>
          <p:nvPr userDrawn="1"/>
        </p:nvSpPr>
        <p:spPr>
          <a:xfrm>
            <a:off x="838684" y="3206802"/>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t>1</a:t>
            </a:r>
          </a:p>
        </p:txBody>
      </p:sp>
      <p:sp>
        <p:nvSpPr>
          <p:cNvPr id="37" name="Прямоугольник: скругленные углы 36">
            <a:extLst>
              <a:ext uri="{FF2B5EF4-FFF2-40B4-BE49-F238E27FC236}">
                <a16:creationId xmlns:a16="http://schemas.microsoft.com/office/drawing/2014/main" id="{D3A8A5E1-C271-E66F-BC66-23C1783BCA6D}"/>
              </a:ext>
            </a:extLst>
          </p:cNvPr>
          <p:cNvSpPr/>
          <p:nvPr userDrawn="1"/>
        </p:nvSpPr>
        <p:spPr>
          <a:xfrm>
            <a:off x="6212823" y="2551142"/>
            <a:ext cx="5400000" cy="17532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8" name="Text Placeholder">
            <a:extLst>
              <a:ext uri="{FF2B5EF4-FFF2-40B4-BE49-F238E27FC236}">
                <a16:creationId xmlns:a16="http://schemas.microsoft.com/office/drawing/2014/main" id="{CB0CFD0C-C860-284B-50B7-F2EFC908CFE8}"/>
              </a:ext>
            </a:extLst>
          </p:cNvPr>
          <p:cNvSpPr>
            <a:spLocks noGrp="1"/>
          </p:cNvSpPr>
          <p:nvPr userDrawn="1">
            <p:ph type="body" idx="29" hasCustomPrompt="1"/>
          </p:nvPr>
        </p:nvSpPr>
        <p:spPr>
          <a:xfrm>
            <a:off x="6918505" y="2551659"/>
            <a:ext cx="4694400" cy="1752166"/>
          </a:xfrm>
        </p:spPr>
        <p:txBody>
          <a:bodyPr wrap="square" lIns="108000" tIns="432000" rIns="216000" bIns="432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0" name="Овал 39">
            <a:extLst>
              <a:ext uri="{FF2B5EF4-FFF2-40B4-BE49-F238E27FC236}">
                <a16:creationId xmlns:a16="http://schemas.microsoft.com/office/drawing/2014/main" id="{6D55C28F-ECDB-C836-2F04-DE27FBA2F4E5}"/>
              </a:ext>
            </a:extLst>
          </p:cNvPr>
          <p:cNvSpPr/>
          <p:nvPr userDrawn="1"/>
        </p:nvSpPr>
        <p:spPr>
          <a:xfrm>
            <a:off x="6449172" y="3206285"/>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t>2</a:t>
            </a:r>
          </a:p>
        </p:txBody>
      </p:sp>
      <p:sp>
        <p:nvSpPr>
          <p:cNvPr id="42" name="Прямоугольник: скругленные углы 41">
            <a:extLst>
              <a:ext uri="{FF2B5EF4-FFF2-40B4-BE49-F238E27FC236}">
                <a16:creationId xmlns:a16="http://schemas.microsoft.com/office/drawing/2014/main" id="{03A09809-AD25-138D-3FB8-B19C67A6D27F}"/>
              </a:ext>
            </a:extLst>
          </p:cNvPr>
          <p:cNvSpPr/>
          <p:nvPr userDrawn="1"/>
        </p:nvSpPr>
        <p:spPr>
          <a:xfrm>
            <a:off x="6212821" y="4519342"/>
            <a:ext cx="5400000" cy="1753200"/>
          </a:xfrm>
          <a:prstGeom prst="roundRect">
            <a:avLst>
              <a:gd name="adj" fmla="val 178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43" name="Text Placeholder">
            <a:extLst>
              <a:ext uri="{FF2B5EF4-FFF2-40B4-BE49-F238E27FC236}">
                <a16:creationId xmlns:a16="http://schemas.microsoft.com/office/drawing/2014/main" id="{50688296-B30C-A5A1-2298-326C87CC867A}"/>
              </a:ext>
            </a:extLst>
          </p:cNvPr>
          <p:cNvSpPr>
            <a:spLocks noGrp="1"/>
          </p:cNvSpPr>
          <p:nvPr userDrawn="1">
            <p:ph type="body" idx="30" hasCustomPrompt="1"/>
          </p:nvPr>
        </p:nvSpPr>
        <p:spPr>
          <a:xfrm>
            <a:off x="6918505" y="4519859"/>
            <a:ext cx="4694400" cy="1752166"/>
          </a:xfrm>
        </p:spPr>
        <p:txBody>
          <a:bodyPr wrap="square" lIns="108000" tIns="432000" rIns="216000" bIns="432000" anchor="ctr"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5" name="Овал 44">
            <a:extLst>
              <a:ext uri="{FF2B5EF4-FFF2-40B4-BE49-F238E27FC236}">
                <a16:creationId xmlns:a16="http://schemas.microsoft.com/office/drawing/2014/main" id="{E220DA65-D558-37DA-FC7D-64B3DC39AF77}"/>
              </a:ext>
            </a:extLst>
          </p:cNvPr>
          <p:cNvSpPr/>
          <p:nvPr userDrawn="1"/>
        </p:nvSpPr>
        <p:spPr>
          <a:xfrm>
            <a:off x="6449172" y="5174485"/>
            <a:ext cx="432000" cy="432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b="1" dirty="0">
                <a:solidFill>
                  <a:schemeClr val="accent1"/>
                </a:solidFill>
              </a:rPr>
              <a:t>4</a:t>
            </a:r>
          </a:p>
        </p:txBody>
      </p:sp>
      <p:sp>
        <p:nvSpPr>
          <p:cNvPr id="6" name="Ellipse">
            <a:extLst>
              <a:ext uri="{FF2B5EF4-FFF2-40B4-BE49-F238E27FC236}">
                <a16:creationId xmlns:a16="http://schemas.microsoft.com/office/drawing/2014/main" id="{F55CD3AA-45BB-699D-E6FF-C4D6B3D0600D}"/>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Ellipse">
            <a:extLst>
              <a:ext uri="{FF2B5EF4-FFF2-40B4-BE49-F238E27FC236}">
                <a16:creationId xmlns:a16="http://schemas.microsoft.com/office/drawing/2014/main" id="{F10C1105-C6CD-E412-B9A5-AB4E1B417B45}"/>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Ellipse">
            <a:extLst>
              <a:ext uri="{FF2B5EF4-FFF2-40B4-BE49-F238E27FC236}">
                <a16:creationId xmlns:a16="http://schemas.microsoft.com/office/drawing/2014/main" id="{0FB6C946-F29F-E31B-C7E0-86117ED68788}"/>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a:extLst>
              <a:ext uri="{FF2B5EF4-FFF2-40B4-BE49-F238E27FC236}">
                <a16:creationId xmlns:a16="http://schemas.microsoft.com/office/drawing/2014/main" id="{5C21CEDB-D89B-F49F-F711-631E208B69F5}"/>
              </a:ext>
            </a:extLst>
          </p:cNvPr>
          <p:cNvSpPr>
            <a:spLocks noGrp="1"/>
          </p:cNvSpPr>
          <p:nvPr>
            <p:ph type="title" hasCustomPrompt="1"/>
          </p:nvPr>
        </p:nvSpPr>
        <p:spPr>
          <a:xfrm>
            <a:off x="597207" y="1304925"/>
            <a:ext cx="11007418" cy="664797"/>
          </a:xfrm>
          <a:prstGeom prst="rect">
            <a:avLst/>
          </a:prstGeom>
        </p:spPr>
        <p:txBody>
          <a:bodyPr vert="horz" wrap="square" lIns="0" tIns="0" rIns="0" bIns="0" rtlCol="0" anchor="t" anchorCtr="0">
            <a:spAutoFit/>
          </a:bodyPr>
          <a:lstStyle>
            <a:lvl1pPr>
              <a:defRPr sz="4800">
                <a:solidFill>
                  <a:schemeClr val="bg1"/>
                </a:solidFill>
              </a:defRPr>
            </a:lvl1pPr>
          </a:lstStyle>
          <a:p>
            <a:pPr lvl="0"/>
            <a:r>
              <a:rPr lang="en-US" dirty="0"/>
              <a:t>Click to edit Master text styles</a:t>
            </a:r>
            <a:endParaRPr lang="ru-RU" dirty="0"/>
          </a:p>
        </p:txBody>
      </p:sp>
      <p:sp>
        <p:nvSpPr>
          <p:cNvPr id="3" name="Footer Placeholder">
            <a:extLst>
              <a:ext uri="{FF2B5EF4-FFF2-40B4-BE49-F238E27FC236}">
                <a16:creationId xmlns:a16="http://schemas.microsoft.com/office/drawing/2014/main" id="{269D84B4-3FF5-4FB4-915E-2D2F033250C2}"/>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604173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S04V1">
    <p:bg>
      <p:bgPr>
        <a:solidFill>
          <a:schemeClr val="bg2"/>
        </a:solidFill>
        <a:effectLst/>
      </p:bgPr>
    </p:bg>
    <p:spTree>
      <p:nvGrpSpPr>
        <p:cNvPr id="1" name=""/>
        <p:cNvGrpSpPr/>
        <p:nvPr/>
      </p:nvGrpSpPr>
      <p:grpSpPr>
        <a:xfrm>
          <a:off x="0" y="0"/>
          <a:ext cx="0" cy="0"/>
          <a:chOff x="0" y="0"/>
          <a:chExt cx="0" cy="0"/>
        </a:xfrm>
      </p:grpSpPr>
      <p:sp>
        <p:nvSpPr>
          <p:cNvPr id="3" name="Прямоугольник: скругленные углы 2">
            <a:extLst>
              <a:ext uri="{FF2B5EF4-FFF2-40B4-BE49-F238E27FC236}">
                <a16:creationId xmlns:a16="http://schemas.microsoft.com/office/drawing/2014/main" id="{5B12D6D4-F158-E1E3-87D3-B11CF76FDFC2}"/>
              </a:ext>
            </a:extLst>
          </p:cNvPr>
          <p:cNvSpPr/>
          <p:nvPr userDrawn="1"/>
        </p:nvSpPr>
        <p:spPr>
          <a:xfrm>
            <a:off x="4342276" y="1318784"/>
            <a:ext cx="3529012" cy="1512000"/>
          </a:xfrm>
          <a:prstGeom prst="roundRect">
            <a:avLst>
              <a:gd name="adj" fmla="val 17879"/>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4" name="Text Placeholder">
            <a:extLst>
              <a:ext uri="{FF2B5EF4-FFF2-40B4-BE49-F238E27FC236}">
                <a16:creationId xmlns:a16="http://schemas.microsoft.com/office/drawing/2014/main" id="{201BED8F-6029-78A2-E426-BD89655992C7}"/>
              </a:ext>
            </a:extLst>
          </p:cNvPr>
          <p:cNvSpPr>
            <a:spLocks noGrp="1"/>
          </p:cNvSpPr>
          <p:nvPr>
            <p:ph type="body" idx="27" hasCustomPrompt="1"/>
          </p:nvPr>
        </p:nvSpPr>
        <p:spPr>
          <a:xfrm>
            <a:off x="5047959" y="1318784"/>
            <a:ext cx="2823329" cy="1512000"/>
          </a:xfrm>
        </p:spPr>
        <p:txBody>
          <a:bodyPr wrap="square" lIns="108000" tIns="216000" rIns="216000" bIns="216000" anchor="ctr"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 name="Овал 4">
            <a:extLst>
              <a:ext uri="{FF2B5EF4-FFF2-40B4-BE49-F238E27FC236}">
                <a16:creationId xmlns:a16="http://schemas.microsoft.com/office/drawing/2014/main" id="{BABBECDB-2A8B-0397-C480-8B6B917F7BB7}"/>
              </a:ext>
            </a:extLst>
          </p:cNvPr>
          <p:cNvSpPr/>
          <p:nvPr userDrawn="1"/>
        </p:nvSpPr>
        <p:spPr>
          <a:xfrm>
            <a:off x="4578625" y="1858784"/>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 name="Прямоугольник: скругленные углы 5">
            <a:extLst>
              <a:ext uri="{FF2B5EF4-FFF2-40B4-BE49-F238E27FC236}">
                <a16:creationId xmlns:a16="http://schemas.microsoft.com/office/drawing/2014/main" id="{273DB8A5-575E-FADD-D1C6-DDDB0337862C}"/>
              </a:ext>
            </a:extLst>
          </p:cNvPr>
          <p:cNvSpPr/>
          <p:nvPr userDrawn="1"/>
        </p:nvSpPr>
        <p:spPr>
          <a:xfrm>
            <a:off x="4342276" y="3040292"/>
            <a:ext cx="3529012" cy="15120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7" name="Text Placeholder">
            <a:extLst>
              <a:ext uri="{FF2B5EF4-FFF2-40B4-BE49-F238E27FC236}">
                <a16:creationId xmlns:a16="http://schemas.microsoft.com/office/drawing/2014/main" id="{E4BE7611-8A67-0012-6C51-41D57C50A243}"/>
              </a:ext>
            </a:extLst>
          </p:cNvPr>
          <p:cNvSpPr>
            <a:spLocks noGrp="1"/>
          </p:cNvSpPr>
          <p:nvPr>
            <p:ph type="body" idx="28" hasCustomPrompt="1"/>
          </p:nvPr>
        </p:nvSpPr>
        <p:spPr>
          <a:xfrm>
            <a:off x="5047959" y="3040292"/>
            <a:ext cx="2823329" cy="1512000"/>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8" name="Овал 7">
            <a:extLst>
              <a:ext uri="{FF2B5EF4-FFF2-40B4-BE49-F238E27FC236}">
                <a16:creationId xmlns:a16="http://schemas.microsoft.com/office/drawing/2014/main" id="{F6912E34-7484-1E6D-A84A-CA4FAC42DAC4}"/>
              </a:ext>
            </a:extLst>
          </p:cNvPr>
          <p:cNvSpPr/>
          <p:nvPr userDrawn="1"/>
        </p:nvSpPr>
        <p:spPr>
          <a:xfrm>
            <a:off x="4578625" y="3580292"/>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sp>
        <p:nvSpPr>
          <p:cNvPr id="9" name="Прямоугольник: скругленные углы 8">
            <a:extLst>
              <a:ext uri="{FF2B5EF4-FFF2-40B4-BE49-F238E27FC236}">
                <a16:creationId xmlns:a16="http://schemas.microsoft.com/office/drawing/2014/main" id="{45AB413F-8200-796E-81B6-942C0AD489DA}"/>
              </a:ext>
            </a:extLst>
          </p:cNvPr>
          <p:cNvSpPr/>
          <p:nvPr userDrawn="1"/>
        </p:nvSpPr>
        <p:spPr>
          <a:xfrm>
            <a:off x="8083253" y="2179312"/>
            <a:ext cx="3529012" cy="15120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rgbClr val="E4E5DF"/>
              </a:solidFill>
            </a:endParaRPr>
          </a:p>
        </p:txBody>
      </p:sp>
      <p:sp>
        <p:nvSpPr>
          <p:cNvPr id="10" name="Text Placeholder">
            <a:extLst>
              <a:ext uri="{FF2B5EF4-FFF2-40B4-BE49-F238E27FC236}">
                <a16:creationId xmlns:a16="http://schemas.microsoft.com/office/drawing/2014/main" id="{B785B032-4A88-F1DE-F2B4-35641EA5856D}"/>
              </a:ext>
            </a:extLst>
          </p:cNvPr>
          <p:cNvSpPr>
            <a:spLocks noGrp="1"/>
          </p:cNvSpPr>
          <p:nvPr>
            <p:ph type="body" idx="30" hasCustomPrompt="1"/>
          </p:nvPr>
        </p:nvSpPr>
        <p:spPr>
          <a:xfrm>
            <a:off x="8788936" y="2179312"/>
            <a:ext cx="2823329" cy="1512000"/>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1" name="Овал 10">
            <a:extLst>
              <a:ext uri="{FF2B5EF4-FFF2-40B4-BE49-F238E27FC236}">
                <a16:creationId xmlns:a16="http://schemas.microsoft.com/office/drawing/2014/main" id="{D81F2260-124D-6E2F-54AB-2BE3DB0555C4}"/>
              </a:ext>
            </a:extLst>
          </p:cNvPr>
          <p:cNvSpPr/>
          <p:nvPr userDrawn="1"/>
        </p:nvSpPr>
        <p:spPr>
          <a:xfrm>
            <a:off x="8319602" y="2719312"/>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Прямоугольник: скругленные углы 11">
            <a:extLst>
              <a:ext uri="{FF2B5EF4-FFF2-40B4-BE49-F238E27FC236}">
                <a16:creationId xmlns:a16="http://schemas.microsoft.com/office/drawing/2014/main" id="{DFC02896-44A0-B8A3-8D5F-9CFEAE0B63EB}"/>
              </a:ext>
            </a:extLst>
          </p:cNvPr>
          <p:cNvSpPr/>
          <p:nvPr userDrawn="1"/>
        </p:nvSpPr>
        <p:spPr>
          <a:xfrm>
            <a:off x="4342276" y="4761800"/>
            <a:ext cx="3529012" cy="15120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3" name="Text Placeholder">
            <a:extLst>
              <a:ext uri="{FF2B5EF4-FFF2-40B4-BE49-F238E27FC236}">
                <a16:creationId xmlns:a16="http://schemas.microsoft.com/office/drawing/2014/main" id="{AC83FED6-C398-53FF-75E0-3F3833280F2D}"/>
              </a:ext>
            </a:extLst>
          </p:cNvPr>
          <p:cNvSpPr>
            <a:spLocks noGrp="1"/>
          </p:cNvSpPr>
          <p:nvPr>
            <p:ph type="body" idx="38" hasCustomPrompt="1"/>
          </p:nvPr>
        </p:nvSpPr>
        <p:spPr>
          <a:xfrm>
            <a:off x="5047959" y="4761800"/>
            <a:ext cx="2823329" cy="1512000"/>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4" name="Овал 13">
            <a:extLst>
              <a:ext uri="{FF2B5EF4-FFF2-40B4-BE49-F238E27FC236}">
                <a16:creationId xmlns:a16="http://schemas.microsoft.com/office/drawing/2014/main" id="{854EC125-01BE-1344-F07D-57FAA255F6D8}"/>
              </a:ext>
            </a:extLst>
          </p:cNvPr>
          <p:cNvSpPr/>
          <p:nvPr userDrawn="1"/>
        </p:nvSpPr>
        <p:spPr>
          <a:xfrm>
            <a:off x="4578625" y="5301800"/>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5" name="Прямоугольник: скругленные углы 14">
            <a:extLst>
              <a:ext uri="{FF2B5EF4-FFF2-40B4-BE49-F238E27FC236}">
                <a16:creationId xmlns:a16="http://schemas.microsoft.com/office/drawing/2014/main" id="{7A775935-E49A-CFE7-5936-64E02F54CB80}"/>
              </a:ext>
            </a:extLst>
          </p:cNvPr>
          <p:cNvSpPr/>
          <p:nvPr userDrawn="1"/>
        </p:nvSpPr>
        <p:spPr>
          <a:xfrm>
            <a:off x="8083253" y="3900820"/>
            <a:ext cx="3529012" cy="1512000"/>
          </a:xfrm>
          <a:prstGeom prst="roundRect">
            <a:avLst>
              <a:gd name="adj" fmla="val 178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6" name="Text Placeholder">
            <a:extLst>
              <a:ext uri="{FF2B5EF4-FFF2-40B4-BE49-F238E27FC236}">
                <a16:creationId xmlns:a16="http://schemas.microsoft.com/office/drawing/2014/main" id="{08A296FF-2D3B-3702-03F9-B96CFF960CFF}"/>
              </a:ext>
            </a:extLst>
          </p:cNvPr>
          <p:cNvSpPr>
            <a:spLocks noGrp="1"/>
          </p:cNvSpPr>
          <p:nvPr>
            <p:ph type="body" idx="39" hasCustomPrompt="1"/>
          </p:nvPr>
        </p:nvSpPr>
        <p:spPr>
          <a:xfrm>
            <a:off x="8788936" y="3900820"/>
            <a:ext cx="2823329" cy="1512000"/>
          </a:xfrm>
        </p:spPr>
        <p:txBody>
          <a:bodyPr wrap="square" lIns="108000" tIns="216000" rIns="216000" bIns="216000" anchor="ctr"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7" name="Овал 16">
            <a:extLst>
              <a:ext uri="{FF2B5EF4-FFF2-40B4-BE49-F238E27FC236}">
                <a16:creationId xmlns:a16="http://schemas.microsoft.com/office/drawing/2014/main" id="{B705BE7B-C751-0A48-81E1-9A8AE5EF67D3}"/>
              </a:ext>
            </a:extLst>
          </p:cNvPr>
          <p:cNvSpPr/>
          <p:nvPr userDrawn="1"/>
        </p:nvSpPr>
        <p:spPr>
          <a:xfrm>
            <a:off x="8319602" y="4440820"/>
            <a:ext cx="432000" cy="432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8" name="Рисунок 17" descr="Флажок со сплошной заливкой">
            <a:extLst>
              <a:ext uri="{FF2B5EF4-FFF2-40B4-BE49-F238E27FC236}">
                <a16:creationId xmlns:a16="http://schemas.microsoft.com/office/drawing/2014/main" id="{05C1B822-181E-6BCB-0F92-71C80BA0A2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68625" y="1948784"/>
            <a:ext cx="252000" cy="252000"/>
          </a:xfrm>
          <a:prstGeom prst="rect">
            <a:avLst/>
          </a:prstGeom>
        </p:spPr>
      </p:pic>
      <p:pic>
        <p:nvPicPr>
          <p:cNvPr id="19" name="Рисунок 18" descr="Флажок со сплошной заливкой">
            <a:extLst>
              <a:ext uri="{FF2B5EF4-FFF2-40B4-BE49-F238E27FC236}">
                <a16:creationId xmlns:a16="http://schemas.microsoft.com/office/drawing/2014/main" id="{12493565-172B-2249-D7AD-F0B36F219CE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9602" y="2809312"/>
            <a:ext cx="252000" cy="252000"/>
          </a:xfrm>
          <a:prstGeom prst="rect">
            <a:avLst/>
          </a:prstGeom>
        </p:spPr>
      </p:pic>
      <p:pic>
        <p:nvPicPr>
          <p:cNvPr id="20" name="Рисунок 19" descr="Флажок со сплошной заливкой">
            <a:extLst>
              <a:ext uri="{FF2B5EF4-FFF2-40B4-BE49-F238E27FC236}">
                <a16:creationId xmlns:a16="http://schemas.microsoft.com/office/drawing/2014/main" id="{6A605529-E5E3-A060-4847-0D5FDB5848C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68625" y="3670292"/>
            <a:ext cx="252000" cy="252000"/>
          </a:xfrm>
          <a:prstGeom prst="rect">
            <a:avLst/>
          </a:prstGeom>
        </p:spPr>
      </p:pic>
      <p:pic>
        <p:nvPicPr>
          <p:cNvPr id="21" name="Рисунок 20" descr="Флажок со сплошной заливкой">
            <a:extLst>
              <a:ext uri="{FF2B5EF4-FFF2-40B4-BE49-F238E27FC236}">
                <a16:creationId xmlns:a16="http://schemas.microsoft.com/office/drawing/2014/main" id="{CE205053-6ABE-CB7A-9D0D-04CC872B2AF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68625" y="5391800"/>
            <a:ext cx="252000" cy="252000"/>
          </a:xfrm>
          <a:prstGeom prst="rect">
            <a:avLst/>
          </a:prstGeom>
        </p:spPr>
      </p:pic>
      <p:pic>
        <p:nvPicPr>
          <p:cNvPr id="22" name="Рисунок 21" descr="Флажок со сплошной заливкой">
            <a:extLst>
              <a:ext uri="{FF2B5EF4-FFF2-40B4-BE49-F238E27FC236}">
                <a16:creationId xmlns:a16="http://schemas.microsoft.com/office/drawing/2014/main" id="{8FCB7F55-50C3-E70A-DA88-F5EE19C08CD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409602" y="4530820"/>
            <a:ext cx="252000" cy="252000"/>
          </a:xfrm>
          <a:prstGeom prst="rect">
            <a:avLst/>
          </a:prstGeom>
        </p:spPr>
      </p:pic>
      <p:sp>
        <p:nvSpPr>
          <p:cNvPr id="23" name="Заголовок 1">
            <a:extLst>
              <a:ext uri="{FF2B5EF4-FFF2-40B4-BE49-F238E27FC236}">
                <a16:creationId xmlns:a16="http://schemas.microsoft.com/office/drawing/2014/main" id="{6430AC40-5250-5589-ACF5-64040EEE6051}"/>
              </a:ext>
            </a:extLst>
          </p:cNvPr>
          <p:cNvSpPr>
            <a:spLocks noGrp="1"/>
          </p:cNvSpPr>
          <p:nvPr>
            <p:ph type="title" hasCustomPrompt="1"/>
          </p:nvPr>
        </p:nvSpPr>
        <p:spPr>
          <a:xfrm>
            <a:off x="597207" y="2099405"/>
            <a:ext cx="3511541" cy="2659190"/>
          </a:xfrm>
          <a:prstGeom prst="rect">
            <a:avLst/>
          </a:prstGeom>
        </p:spPr>
        <p:txBody>
          <a:bodyPr vert="horz" wrap="square" lIns="0" tIns="0" rIns="0" bIns="0" rtlCol="0" anchor="ctr" anchorCtr="0">
            <a:noAutofit/>
          </a:bodyPr>
          <a:lstStyle>
            <a:lvl1pPr>
              <a:defRPr sz="4800"/>
            </a:lvl1pPr>
          </a:lstStyle>
          <a:p>
            <a:pPr lvl="0"/>
            <a:r>
              <a:rPr lang="en-US" dirty="0"/>
              <a:t>Click to edit Master text styles</a:t>
            </a:r>
            <a:endParaRPr lang="ru-RU" dirty="0"/>
          </a:p>
        </p:txBody>
      </p:sp>
      <p:sp>
        <p:nvSpPr>
          <p:cNvPr id="2" name="Ellipse">
            <a:extLst>
              <a:ext uri="{FF2B5EF4-FFF2-40B4-BE49-F238E27FC236}">
                <a16:creationId xmlns:a16="http://schemas.microsoft.com/office/drawing/2014/main" id="{AAF6A716-2484-26B5-0EC7-DCD02ACD4539}"/>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Ellipse">
            <a:extLst>
              <a:ext uri="{FF2B5EF4-FFF2-40B4-BE49-F238E27FC236}">
                <a16:creationId xmlns:a16="http://schemas.microsoft.com/office/drawing/2014/main" id="{12E2E38D-FB63-29FC-8B2C-938D8EB1CFD2}"/>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 name="Ellipse">
            <a:extLst>
              <a:ext uri="{FF2B5EF4-FFF2-40B4-BE49-F238E27FC236}">
                <a16:creationId xmlns:a16="http://schemas.microsoft.com/office/drawing/2014/main" id="{D37E29FB-8814-2F7E-0DE7-57677BAC836C}"/>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Footer Placeholder">
            <a:extLst>
              <a:ext uri="{FF2B5EF4-FFF2-40B4-BE49-F238E27FC236}">
                <a16:creationId xmlns:a16="http://schemas.microsoft.com/office/drawing/2014/main" id="{43B06B59-9166-2408-4FA0-FC6F82E6C6EA}"/>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965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S04V2">
    <p:bg>
      <p:bgPr>
        <a:solidFill>
          <a:schemeClr val="tx1"/>
        </a:solidFill>
        <a:effectLst/>
      </p:bgPr>
    </p:bg>
    <p:spTree>
      <p:nvGrpSpPr>
        <p:cNvPr id="1" name=""/>
        <p:cNvGrpSpPr/>
        <p:nvPr/>
      </p:nvGrpSpPr>
      <p:grpSpPr>
        <a:xfrm>
          <a:off x="0" y="0"/>
          <a:ext cx="0" cy="0"/>
          <a:chOff x="0" y="0"/>
          <a:chExt cx="0" cy="0"/>
        </a:xfrm>
      </p:grpSpPr>
      <p:sp>
        <p:nvSpPr>
          <p:cNvPr id="2" name="Ellipse">
            <a:extLst>
              <a:ext uri="{FF2B5EF4-FFF2-40B4-BE49-F238E27FC236}">
                <a16:creationId xmlns:a16="http://schemas.microsoft.com/office/drawing/2014/main" id="{4B923264-919E-3D47-67AB-B7E8C93CFC38}"/>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Ellipse">
            <a:extLst>
              <a:ext uri="{FF2B5EF4-FFF2-40B4-BE49-F238E27FC236}">
                <a16:creationId xmlns:a16="http://schemas.microsoft.com/office/drawing/2014/main" id="{536A0A72-B878-F1DF-B1D4-B47C5E598B74}"/>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0C3BB318-FF96-DEF4-B443-983284A9D6A9}"/>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скругленные углы 6">
            <a:extLst>
              <a:ext uri="{FF2B5EF4-FFF2-40B4-BE49-F238E27FC236}">
                <a16:creationId xmlns:a16="http://schemas.microsoft.com/office/drawing/2014/main" id="{BBC21090-488F-8A7E-7FA5-CD81E9C51220}"/>
              </a:ext>
            </a:extLst>
          </p:cNvPr>
          <p:cNvSpPr/>
          <p:nvPr userDrawn="1"/>
        </p:nvSpPr>
        <p:spPr>
          <a:xfrm>
            <a:off x="4342276" y="1318784"/>
            <a:ext cx="3529012" cy="15120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8" name="Text Placeholder">
            <a:extLst>
              <a:ext uri="{FF2B5EF4-FFF2-40B4-BE49-F238E27FC236}">
                <a16:creationId xmlns:a16="http://schemas.microsoft.com/office/drawing/2014/main" id="{D45ED610-7BC6-FDD5-968E-C02501F9C345}"/>
              </a:ext>
            </a:extLst>
          </p:cNvPr>
          <p:cNvSpPr>
            <a:spLocks noGrp="1"/>
          </p:cNvSpPr>
          <p:nvPr>
            <p:ph type="body" idx="27" hasCustomPrompt="1"/>
          </p:nvPr>
        </p:nvSpPr>
        <p:spPr>
          <a:xfrm>
            <a:off x="5047959" y="1318784"/>
            <a:ext cx="2823329" cy="1512000"/>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9" name="Овал 8">
            <a:extLst>
              <a:ext uri="{FF2B5EF4-FFF2-40B4-BE49-F238E27FC236}">
                <a16:creationId xmlns:a16="http://schemas.microsoft.com/office/drawing/2014/main" id="{05F06C64-ABC4-39A6-7934-36EC9486231F}"/>
              </a:ext>
            </a:extLst>
          </p:cNvPr>
          <p:cNvSpPr/>
          <p:nvPr userDrawn="1"/>
        </p:nvSpPr>
        <p:spPr>
          <a:xfrm>
            <a:off x="4578625" y="1858784"/>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accent1"/>
              </a:solidFill>
            </a:endParaRPr>
          </a:p>
        </p:txBody>
      </p:sp>
      <p:sp>
        <p:nvSpPr>
          <p:cNvPr id="10" name="Прямоугольник: скругленные углы 9">
            <a:extLst>
              <a:ext uri="{FF2B5EF4-FFF2-40B4-BE49-F238E27FC236}">
                <a16:creationId xmlns:a16="http://schemas.microsoft.com/office/drawing/2014/main" id="{41A2AF98-CE27-5AC1-A110-A284EC785B5E}"/>
              </a:ext>
            </a:extLst>
          </p:cNvPr>
          <p:cNvSpPr/>
          <p:nvPr userDrawn="1"/>
        </p:nvSpPr>
        <p:spPr>
          <a:xfrm>
            <a:off x="4342276" y="3040292"/>
            <a:ext cx="3529012" cy="15120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1" name="Text Placeholder">
            <a:extLst>
              <a:ext uri="{FF2B5EF4-FFF2-40B4-BE49-F238E27FC236}">
                <a16:creationId xmlns:a16="http://schemas.microsoft.com/office/drawing/2014/main" id="{927261CB-03BC-224F-623F-854C00E13853}"/>
              </a:ext>
            </a:extLst>
          </p:cNvPr>
          <p:cNvSpPr>
            <a:spLocks noGrp="1"/>
          </p:cNvSpPr>
          <p:nvPr>
            <p:ph type="body" idx="28" hasCustomPrompt="1"/>
          </p:nvPr>
        </p:nvSpPr>
        <p:spPr>
          <a:xfrm>
            <a:off x="5047959" y="3040292"/>
            <a:ext cx="2823329" cy="1512000"/>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2" name="Овал 11">
            <a:extLst>
              <a:ext uri="{FF2B5EF4-FFF2-40B4-BE49-F238E27FC236}">
                <a16:creationId xmlns:a16="http://schemas.microsoft.com/office/drawing/2014/main" id="{7F7A8927-E1D7-0A7D-EF80-C40E949CA683}"/>
              </a:ext>
            </a:extLst>
          </p:cNvPr>
          <p:cNvSpPr/>
          <p:nvPr userDrawn="1"/>
        </p:nvSpPr>
        <p:spPr>
          <a:xfrm>
            <a:off x="4578625" y="3580292"/>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sp>
        <p:nvSpPr>
          <p:cNvPr id="13" name="Прямоугольник: скругленные углы 12">
            <a:extLst>
              <a:ext uri="{FF2B5EF4-FFF2-40B4-BE49-F238E27FC236}">
                <a16:creationId xmlns:a16="http://schemas.microsoft.com/office/drawing/2014/main" id="{B90B0E2B-0D6C-1843-8542-B6AE5C684577}"/>
              </a:ext>
            </a:extLst>
          </p:cNvPr>
          <p:cNvSpPr/>
          <p:nvPr userDrawn="1"/>
        </p:nvSpPr>
        <p:spPr>
          <a:xfrm>
            <a:off x="8083253" y="1824059"/>
            <a:ext cx="3529012" cy="15120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rgbClr val="E4E5DF"/>
              </a:solidFill>
            </a:endParaRPr>
          </a:p>
        </p:txBody>
      </p:sp>
      <p:sp>
        <p:nvSpPr>
          <p:cNvPr id="14" name="Text Placeholder">
            <a:extLst>
              <a:ext uri="{FF2B5EF4-FFF2-40B4-BE49-F238E27FC236}">
                <a16:creationId xmlns:a16="http://schemas.microsoft.com/office/drawing/2014/main" id="{8C785E61-F6F0-52CE-F4C0-F05F4E862465}"/>
              </a:ext>
            </a:extLst>
          </p:cNvPr>
          <p:cNvSpPr>
            <a:spLocks noGrp="1"/>
          </p:cNvSpPr>
          <p:nvPr>
            <p:ph type="body" idx="30" hasCustomPrompt="1"/>
          </p:nvPr>
        </p:nvSpPr>
        <p:spPr>
          <a:xfrm>
            <a:off x="8788936" y="1824059"/>
            <a:ext cx="2823329" cy="1512000"/>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5" name="Овал 14">
            <a:extLst>
              <a:ext uri="{FF2B5EF4-FFF2-40B4-BE49-F238E27FC236}">
                <a16:creationId xmlns:a16="http://schemas.microsoft.com/office/drawing/2014/main" id="{1A479D72-C9BC-A510-9C93-99F30F2C4AD7}"/>
              </a:ext>
            </a:extLst>
          </p:cNvPr>
          <p:cNvSpPr/>
          <p:nvPr userDrawn="1"/>
        </p:nvSpPr>
        <p:spPr>
          <a:xfrm>
            <a:off x="8319602" y="2364059"/>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скругленные углы 15">
            <a:extLst>
              <a:ext uri="{FF2B5EF4-FFF2-40B4-BE49-F238E27FC236}">
                <a16:creationId xmlns:a16="http://schemas.microsoft.com/office/drawing/2014/main" id="{22897BFA-09AC-1B36-1C9B-9E45BF2968B4}"/>
              </a:ext>
            </a:extLst>
          </p:cNvPr>
          <p:cNvSpPr/>
          <p:nvPr userDrawn="1"/>
        </p:nvSpPr>
        <p:spPr>
          <a:xfrm>
            <a:off x="4342276" y="4761800"/>
            <a:ext cx="3529012" cy="15120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7" name="Text Placeholder">
            <a:extLst>
              <a:ext uri="{FF2B5EF4-FFF2-40B4-BE49-F238E27FC236}">
                <a16:creationId xmlns:a16="http://schemas.microsoft.com/office/drawing/2014/main" id="{40B2D434-7FBB-0978-47EE-894A71241533}"/>
              </a:ext>
            </a:extLst>
          </p:cNvPr>
          <p:cNvSpPr>
            <a:spLocks noGrp="1"/>
          </p:cNvSpPr>
          <p:nvPr>
            <p:ph type="body" idx="38" hasCustomPrompt="1"/>
          </p:nvPr>
        </p:nvSpPr>
        <p:spPr>
          <a:xfrm>
            <a:off x="5047959" y="4761800"/>
            <a:ext cx="2823329" cy="1512000"/>
          </a:xfrm>
        </p:spPr>
        <p:txBody>
          <a:bodyPr wrap="square" lIns="108000" tIns="216000" rIns="216000" bIns="216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8" name="Овал 17">
            <a:extLst>
              <a:ext uri="{FF2B5EF4-FFF2-40B4-BE49-F238E27FC236}">
                <a16:creationId xmlns:a16="http://schemas.microsoft.com/office/drawing/2014/main" id="{F59670E5-801F-7F58-DFE9-DDD05FB1D0BA}"/>
              </a:ext>
            </a:extLst>
          </p:cNvPr>
          <p:cNvSpPr/>
          <p:nvPr userDrawn="1"/>
        </p:nvSpPr>
        <p:spPr>
          <a:xfrm>
            <a:off x="4578625" y="5301800"/>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9" name="Прямоугольник: скругленные углы 18">
            <a:extLst>
              <a:ext uri="{FF2B5EF4-FFF2-40B4-BE49-F238E27FC236}">
                <a16:creationId xmlns:a16="http://schemas.microsoft.com/office/drawing/2014/main" id="{FB4C613B-2EF8-926C-CBE1-CE2544181878}"/>
              </a:ext>
            </a:extLst>
          </p:cNvPr>
          <p:cNvSpPr/>
          <p:nvPr userDrawn="1"/>
        </p:nvSpPr>
        <p:spPr>
          <a:xfrm>
            <a:off x="8083253" y="3545567"/>
            <a:ext cx="3529012" cy="1512000"/>
          </a:xfrm>
          <a:prstGeom prst="roundRect">
            <a:avLst>
              <a:gd name="adj" fmla="val 178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0" name="Text Placeholder">
            <a:extLst>
              <a:ext uri="{FF2B5EF4-FFF2-40B4-BE49-F238E27FC236}">
                <a16:creationId xmlns:a16="http://schemas.microsoft.com/office/drawing/2014/main" id="{DCABEC4C-8166-52C0-85EE-2D8D59DE9BC7}"/>
              </a:ext>
            </a:extLst>
          </p:cNvPr>
          <p:cNvSpPr>
            <a:spLocks noGrp="1"/>
          </p:cNvSpPr>
          <p:nvPr>
            <p:ph type="body" idx="39" hasCustomPrompt="1"/>
          </p:nvPr>
        </p:nvSpPr>
        <p:spPr>
          <a:xfrm>
            <a:off x="8788936" y="3545567"/>
            <a:ext cx="2823329" cy="1512000"/>
          </a:xfrm>
        </p:spPr>
        <p:txBody>
          <a:bodyPr wrap="square" lIns="108000" tIns="216000" rIns="216000" bIns="216000" anchor="ctr"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1" name="Овал 20">
            <a:extLst>
              <a:ext uri="{FF2B5EF4-FFF2-40B4-BE49-F238E27FC236}">
                <a16:creationId xmlns:a16="http://schemas.microsoft.com/office/drawing/2014/main" id="{B8D60BCC-2B31-5B36-F2DF-EB6D8BBC650E}"/>
              </a:ext>
            </a:extLst>
          </p:cNvPr>
          <p:cNvSpPr/>
          <p:nvPr userDrawn="1"/>
        </p:nvSpPr>
        <p:spPr>
          <a:xfrm>
            <a:off x="8319602" y="4085567"/>
            <a:ext cx="432000" cy="432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2" name="Рисунок 21" descr="Флажок со сплошной заливкой">
            <a:extLst>
              <a:ext uri="{FF2B5EF4-FFF2-40B4-BE49-F238E27FC236}">
                <a16:creationId xmlns:a16="http://schemas.microsoft.com/office/drawing/2014/main" id="{B0F28A35-5FDA-9AC1-2D1A-EE6DA2534B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68625" y="1948784"/>
            <a:ext cx="252000" cy="252000"/>
          </a:xfrm>
          <a:prstGeom prst="rect">
            <a:avLst/>
          </a:prstGeom>
        </p:spPr>
      </p:pic>
      <p:pic>
        <p:nvPicPr>
          <p:cNvPr id="23" name="Рисунок 22" descr="Флажок со сплошной заливкой">
            <a:extLst>
              <a:ext uri="{FF2B5EF4-FFF2-40B4-BE49-F238E27FC236}">
                <a16:creationId xmlns:a16="http://schemas.microsoft.com/office/drawing/2014/main" id="{E6A98DF5-A3C6-0338-BBA6-EB857790D4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409602" y="2454059"/>
            <a:ext cx="252000" cy="252000"/>
          </a:xfrm>
          <a:prstGeom prst="rect">
            <a:avLst/>
          </a:prstGeom>
        </p:spPr>
      </p:pic>
      <p:pic>
        <p:nvPicPr>
          <p:cNvPr id="26" name="Рисунок 25" descr="Флажок со сплошной заливкой">
            <a:extLst>
              <a:ext uri="{FF2B5EF4-FFF2-40B4-BE49-F238E27FC236}">
                <a16:creationId xmlns:a16="http://schemas.microsoft.com/office/drawing/2014/main" id="{4A79C578-6936-03D1-1CE8-DAC3F0D72CE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68625" y="3670292"/>
            <a:ext cx="252000" cy="252000"/>
          </a:xfrm>
          <a:prstGeom prst="rect">
            <a:avLst/>
          </a:prstGeom>
        </p:spPr>
      </p:pic>
      <p:pic>
        <p:nvPicPr>
          <p:cNvPr id="31" name="Рисунок 30" descr="Флажок со сплошной заливкой">
            <a:extLst>
              <a:ext uri="{FF2B5EF4-FFF2-40B4-BE49-F238E27FC236}">
                <a16:creationId xmlns:a16="http://schemas.microsoft.com/office/drawing/2014/main" id="{7093614F-DC14-9B2F-3A46-361AE4F207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68625" y="5391800"/>
            <a:ext cx="252000" cy="252000"/>
          </a:xfrm>
          <a:prstGeom prst="rect">
            <a:avLst/>
          </a:prstGeom>
        </p:spPr>
      </p:pic>
      <p:pic>
        <p:nvPicPr>
          <p:cNvPr id="34" name="Рисунок 33" descr="Флажок со сплошной заливкой">
            <a:extLst>
              <a:ext uri="{FF2B5EF4-FFF2-40B4-BE49-F238E27FC236}">
                <a16:creationId xmlns:a16="http://schemas.microsoft.com/office/drawing/2014/main" id="{0644ABE1-40F6-BF1F-C089-D46FCBCFA71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9602" y="4175567"/>
            <a:ext cx="252000" cy="252000"/>
          </a:xfrm>
          <a:prstGeom prst="rect">
            <a:avLst/>
          </a:prstGeom>
        </p:spPr>
      </p:pic>
      <p:sp>
        <p:nvSpPr>
          <p:cNvPr id="44" name="Заголовок 1">
            <a:extLst>
              <a:ext uri="{FF2B5EF4-FFF2-40B4-BE49-F238E27FC236}">
                <a16:creationId xmlns:a16="http://schemas.microsoft.com/office/drawing/2014/main" id="{98BE0784-40C3-2258-D07D-F612B4E05EE6}"/>
              </a:ext>
            </a:extLst>
          </p:cNvPr>
          <p:cNvSpPr>
            <a:spLocks noGrp="1"/>
          </p:cNvSpPr>
          <p:nvPr>
            <p:ph type="title" hasCustomPrompt="1"/>
          </p:nvPr>
        </p:nvSpPr>
        <p:spPr>
          <a:xfrm>
            <a:off x="597207" y="2099405"/>
            <a:ext cx="3511541" cy="2659190"/>
          </a:xfrm>
          <a:prstGeom prst="rect">
            <a:avLst/>
          </a:prstGeom>
        </p:spPr>
        <p:txBody>
          <a:bodyPr vert="horz" wrap="square" lIns="0" tIns="0" rIns="0" bIns="0" rtlCol="0" anchor="ctr" anchorCtr="0">
            <a:noAutofit/>
          </a:bodyPr>
          <a:lstStyle>
            <a:lvl1pPr>
              <a:defRPr sz="4800">
                <a:solidFill>
                  <a:schemeClr val="bg1"/>
                </a:solidFill>
              </a:defRPr>
            </a:lvl1pPr>
          </a:lstStyle>
          <a:p>
            <a:pPr lvl="0"/>
            <a:r>
              <a:rPr lang="en-US" dirty="0"/>
              <a:t>Click to edit Master text styles</a:t>
            </a:r>
            <a:endParaRPr lang="ru-RU" dirty="0"/>
          </a:p>
        </p:txBody>
      </p:sp>
      <p:sp>
        <p:nvSpPr>
          <p:cNvPr id="6" name="Footer Placeholder">
            <a:extLst>
              <a:ext uri="{FF2B5EF4-FFF2-40B4-BE49-F238E27FC236}">
                <a16:creationId xmlns:a16="http://schemas.microsoft.com/office/drawing/2014/main" id="{222994CB-9DF9-D38B-E961-F5196F3C253D}"/>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0560402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S04V3">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5" y="2552400"/>
            <a:ext cx="3529012" cy="1753200"/>
          </a:xfrm>
          <a:prstGeom prst="roundRect">
            <a:avLst>
              <a:gd name="adj" fmla="val 1787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1293058" y="2552917"/>
            <a:ext cx="2823329" cy="1752166"/>
          </a:xfrm>
        </p:spPr>
        <p:txBody>
          <a:bodyPr wrap="square" lIns="108000" tIns="432000" rIns="216000" bIns="432000" anchor="ctr"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7" name="Овал 6">
            <a:extLst>
              <a:ext uri="{FF2B5EF4-FFF2-40B4-BE49-F238E27FC236}">
                <a16:creationId xmlns:a16="http://schemas.microsoft.com/office/drawing/2014/main" id="{FE4E2D84-7B51-3838-AFB2-D38F229F4EDA}"/>
              </a:ext>
            </a:extLst>
          </p:cNvPr>
          <p:cNvSpPr/>
          <p:nvPr userDrawn="1"/>
        </p:nvSpPr>
        <p:spPr>
          <a:xfrm>
            <a:off x="823724" y="3207543"/>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 name="Прямоугольник: скругленные углы 23">
            <a:extLst>
              <a:ext uri="{FF2B5EF4-FFF2-40B4-BE49-F238E27FC236}">
                <a16:creationId xmlns:a16="http://schemas.microsoft.com/office/drawing/2014/main" id="{6BEEE3FE-68A4-BD3D-CF0E-AB37E0EA6EFE}"/>
              </a:ext>
            </a:extLst>
          </p:cNvPr>
          <p:cNvSpPr/>
          <p:nvPr userDrawn="1"/>
        </p:nvSpPr>
        <p:spPr>
          <a:xfrm>
            <a:off x="4342276" y="2552400"/>
            <a:ext cx="3529012" cy="17532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5" name="Text Placeholder">
            <a:extLst>
              <a:ext uri="{FF2B5EF4-FFF2-40B4-BE49-F238E27FC236}">
                <a16:creationId xmlns:a16="http://schemas.microsoft.com/office/drawing/2014/main" id="{E2DA941B-C4F3-4C96-D162-6FE3E4ADEA81}"/>
              </a:ext>
            </a:extLst>
          </p:cNvPr>
          <p:cNvSpPr>
            <a:spLocks noGrp="1"/>
          </p:cNvSpPr>
          <p:nvPr>
            <p:ph type="body" idx="27" hasCustomPrompt="1"/>
          </p:nvPr>
        </p:nvSpPr>
        <p:spPr>
          <a:xfrm>
            <a:off x="5047959" y="2552917"/>
            <a:ext cx="2823329" cy="1752166"/>
          </a:xfrm>
        </p:spPr>
        <p:txBody>
          <a:bodyPr wrap="square" lIns="108000" tIns="432000" rIns="216000" bIns="432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8" name="Овал 27">
            <a:extLst>
              <a:ext uri="{FF2B5EF4-FFF2-40B4-BE49-F238E27FC236}">
                <a16:creationId xmlns:a16="http://schemas.microsoft.com/office/drawing/2014/main" id="{10EB700B-D3B5-399A-C50D-61AC2F676C32}"/>
              </a:ext>
            </a:extLst>
          </p:cNvPr>
          <p:cNvSpPr/>
          <p:nvPr userDrawn="1"/>
        </p:nvSpPr>
        <p:spPr>
          <a:xfrm>
            <a:off x="4578625" y="320754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7" name="Прямоугольник: скругленные углы 36">
            <a:extLst>
              <a:ext uri="{FF2B5EF4-FFF2-40B4-BE49-F238E27FC236}">
                <a16:creationId xmlns:a16="http://schemas.microsoft.com/office/drawing/2014/main" id="{D3A8A5E1-C271-E66F-BC66-23C1783BCA6D}"/>
              </a:ext>
            </a:extLst>
          </p:cNvPr>
          <p:cNvSpPr/>
          <p:nvPr userDrawn="1"/>
        </p:nvSpPr>
        <p:spPr>
          <a:xfrm>
            <a:off x="8077157" y="2551883"/>
            <a:ext cx="3529012" cy="17532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8" name="Text Placeholder">
            <a:extLst>
              <a:ext uri="{FF2B5EF4-FFF2-40B4-BE49-F238E27FC236}">
                <a16:creationId xmlns:a16="http://schemas.microsoft.com/office/drawing/2014/main" id="{CB0CFD0C-C860-284B-50B7-F2EFC908CFE8}"/>
              </a:ext>
            </a:extLst>
          </p:cNvPr>
          <p:cNvSpPr>
            <a:spLocks noGrp="1"/>
          </p:cNvSpPr>
          <p:nvPr>
            <p:ph type="body" idx="29" hasCustomPrompt="1"/>
          </p:nvPr>
        </p:nvSpPr>
        <p:spPr>
          <a:xfrm>
            <a:off x="8782840" y="2552400"/>
            <a:ext cx="2823329" cy="1752166"/>
          </a:xfrm>
        </p:spPr>
        <p:txBody>
          <a:bodyPr wrap="square" lIns="108000" tIns="432000" rIns="216000" bIns="432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0" name="Овал 39">
            <a:extLst>
              <a:ext uri="{FF2B5EF4-FFF2-40B4-BE49-F238E27FC236}">
                <a16:creationId xmlns:a16="http://schemas.microsoft.com/office/drawing/2014/main" id="{6D55C28F-ECDB-C836-2F04-DE27FBA2F4E5}"/>
              </a:ext>
            </a:extLst>
          </p:cNvPr>
          <p:cNvSpPr/>
          <p:nvPr userDrawn="1"/>
        </p:nvSpPr>
        <p:spPr>
          <a:xfrm>
            <a:off x="8313506" y="3207026"/>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descr="Флажок со сплошной заливкой">
            <a:extLst>
              <a:ext uri="{FF2B5EF4-FFF2-40B4-BE49-F238E27FC236}">
                <a16:creationId xmlns:a16="http://schemas.microsoft.com/office/drawing/2014/main" id="{AA6744DD-715E-973A-3090-35DCBEEEA5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3724" y="3297543"/>
            <a:ext cx="252000" cy="252000"/>
          </a:xfrm>
          <a:prstGeom prst="rect">
            <a:avLst/>
          </a:prstGeom>
        </p:spPr>
      </p:pic>
      <p:pic>
        <p:nvPicPr>
          <p:cNvPr id="4" name="Рисунок 3" descr="Флажок со сплошной заливкой">
            <a:extLst>
              <a:ext uri="{FF2B5EF4-FFF2-40B4-BE49-F238E27FC236}">
                <a16:creationId xmlns:a16="http://schemas.microsoft.com/office/drawing/2014/main" id="{DDCB6CC4-9521-E403-6F00-1A3DCD66C63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68625" y="3297543"/>
            <a:ext cx="252000" cy="252000"/>
          </a:xfrm>
          <a:prstGeom prst="rect">
            <a:avLst/>
          </a:prstGeom>
        </p:spPr>
      </p:pic>
      <p:pic>
        <p:nvPicPr>
          <p:cNvPr id="10" name="Рисунок 9" descr="Флажок со сплошной заливкой">
            <a:extLst>
              <a:ext uri="{FF2B5EF4-FFF2-40B4-BE49-F238E27FC236}">
                <a16:creationId xmlns:a16="http://schemas.microsoft.com/office/drawing/2014/main" id="{16B9918C-A3B6-EA8E-61E2-E800B55BBE7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3506" y="3297026"/>
            <a:ext cx="252000" cy="252000"/>
          </a:xfrm>
          <a:prstGeom prst="rect">
            <a:avLst/>
          </a:prstGeom>
        </p:spPr>
      </p:pic>
      <p:sp>
        <p:nvSpPr>
          <p:cNvPr id="6" name="Заголовок 1">
            <a:extLst>
              <a:ext uri="{FF2B5EF4-FFF2-40B4-BE49-F238E27FC236}">
                <a16:creationId xmlns:a16="http://schemas.microsoft.com/office/drawing/2014/main" id="{3AFD0A3A-270D-E4DF-652A-E1D94505CFE3}"/>
              </a:ext>
            </a:extLst>
          </p:cNvPr>
          <p:cNvSpPr>
            <a:spLocks noGrp="1"/>
          </p:cNvSpPr>
          <p:nvPr>
            <p:ph type="title" hasCustomPrompt="1"/>
          </p:nvPr>
        </p:nvSpPr>
        <p:spPr>
          <a:xfrm>
            <a:off x="597207" y="1309407"/>
            <a:ext cx="11007418" cy="664797"/>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8" name="Прямоугольник: скругленные углы 7">
            <a:extLst>
              <a:ext uri="{FF2B5EF4-FFF2-40B4-BE49-F238E27FC236}">
                <a16:creationId xmlns:a16="http://schemas.microsoft.com/office/drawing/2014/main" id="{0654A649-EB76-6597-22C2-549ED353A320}"/>
              </a:ext>
            </a:extLst>
          </p:cNvPr>
          <p:cNvSpPr/>
          <p:nvPr userDrawn="1"/>
        </p:nvSpPr>
        <p:spPr>
          <a:xfrm>
            <a:off x="587375" y="4520600"/>
            <a:ext cx="3529012" cy="17532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9" name="Text Placeholder">
            <a:extLst>
              <a:ext uri="{FF2B5EF4-FFF2-40B4-BE49-F238E27FC236}">
                <a16:creationId xmlns:a16="http://schemas.microsoft.com/office/drawing/2014/main" id="{1EE9E8B6-FC13-2C15-3401-8495A7E1A1EB}"/>
              </a:ext>
            </a:extLst>
          </p:cNvPr>
          <p:cNvSpPr>
            <a:spLocks noGrp="1"/>
          </p:cNvSpPr>
          <p:nvPr>
            <p:ph type="body" idx="26" hasCustomPrompt="1"/>
          </p:nvPr>
        </p:nvSpPr>
        <p:spPr>
          <a:xfrm>
            <a:off x="1293058" y="4521117"/>
            <a:ext cx="2823329" cy="1752166"/>
          </a:xfrm>
        </p:spPr>
        <p:txBody>
          <a:bodyPr wrap="square" lIns="108000" tIns="432000" rIns="216000" bIns="43200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1" name="Овал 10">
            <a:extLst>
              <a:ext uri="{FF2B5EF4-FFF2-40B4-BE49-F238E27FC236}">
                <a16:creationId xmlns:a16="http://schemas.microsoft.com/office/drawing/2014/main" id="{FBABDE14-4CF4-CBD2-4E96-DD98737D993C}"/>
              </a:ext>
            </a:extLst>
          </p:cNvPr>
          <p:cNvSpPr/>
          <p:nvPr userDrawn="1"/>
        </p:nvSpPr>
        <p:spPr>
          <a:xfrm>
            <a:off x="823724" y="517574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3" name="Прямоугольник: скругленные углы 12">
            <a:extLst>
              <a:ext uri="{FF2B5EF4-FFF2-40B4-BE49-F238E27FC236}">
                <a16:creationId xmlns:a16="http://schemas.microsoft.com/office/drawing/2014/main" id="{1CAC737F-EA7C-9FF2-7932-CA2D1C6B9E9C}"/>
              </a:ext>
            </a:extLst>
          </p:cNvPr>
          <p:cNvSpPr/>
          <p:nvPr userDrawn="1"/>
        </p:nvSpPr>
        <p:spPr>
          <a:xfrm>
            <a:off x="4341161" y="4520083"/>
            <a:ext cx="3529012" cy="1753200"/>
          </a:xfrm>
          <a:prstGeom prst="roundRect">
            <a:avLst>
              <a:gd name="adj" fmla="val 178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4" name="Text Placeholder">
            <a:extLst>
              <a:ext uri="{FF2B5EF4-FFF2-40B4-BE49-F238E27FC236}">
                <a16:creationId xmlns:a16="http://schemas.microsoft.com/office/drawing/2014/main" id="{9789ABF3-BD4B-1EA2-C7A4-6CD6EAB9F604}"/>
              </a:ext>
            </a:extLst>
          </p:cNvPr>
          <p:cNvSpPr>
            <a:spLocks noGrp="1"/>
          </p:cNvSpPr>
          <p:nvPr>
            <p:ph type="body" idx="30" hasCustomPrompt="1"/>
          </p:nvPr>
        </p:nvSpPr>
        <p:spPr>
          <a:xfrm>
            <a:off x="5046844" y="4520600"/>
            <a:ext cx="2823329" cy="1752166"/>
          </a:xfrm>
        </p:spPr>
        <p:txBody>
          <a:bodyPr wrap="square" lIns="108000" tIns="432000" rIns="216000" bIns="432000" anchor="ctr"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5" name="Овал 14">
            <a:extLst>
              <a:ext uri="{FF2B5EF4-FFF2-40B4-BE49-F238E27FC236}">
                <a16:creationId xmlns:a16="http://schemas.microsoft.com/office/drawing/2014/main" id="{A5B6BDA5-6D94-344B-8E73-D6C1A1546297}"/>
              </a:ext>
            </a:extLst>
          </p:cNvPr>
          <p:cNvSpPr/>
          <p:nvPr userDrawn="1"/>
        </p:nvSpPr>
        <p:spPr>
          <a:xfrm>
            <a:off x="4577510" y="5175226"/>
            <a:ext cx="432000" cy="432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6" name="Рисунок 15" descr="Флажок со сплошной заливкой">
            <a:extLst>
              <a:ext uri="{FF2B5EF4-FFF2-40B4-BE49-F238E27FC236}">
                <a16:creationId xmlns:a16="http://schemas.microsoft.com/office/drawing/2014/main" id="{F926F73D-434D-4842-9B78-2EEC9B27374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13724" y="5265743"/>
            <a:ext cx="252000" cy="252000"/>
          </a:xfrm>
          <a:prstGeom prst="rect">
            <a:avLst/>
          </a:prstGeom>
        </p:spPr>
      </p:pic>
      <p:pic>
        <p:nvPicPr>
          <p:cNvPr id="20" name="Рисунок 19" descr="Флажок со сплошной заливкой">
            <a:extLst>
              <a:ext uri="{FF2B5EF4-FFF2-40B4-BE49-F238E27FC236}">
                <a16:creationId xmlns:a16="http://schemas.microsoft.com/office/drawing/2014/main" id="{D1D8A4E1-8DB1-60B9-1192-32B7D655A22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667510" y="5265226"/>
            <a:ext cx="252000" cy="252000"/>
          </a:xfrm>
          <a:prstGeom prst="rect">
            <a:avLst/>
          </a:prstGeom>
        </p:spPr>
      </p:pic>
      <p:sp>
        <p:nvSpPr>
          <p:cNvPr id="3" name="Ellipse">
            <a:extLst>
              <a:ext uri="{FF2B5EF4-FFF2-40B4-BE49-F238E27FC236}">
                <a16:creationId xmlns:a16="http://schemas.microsoft.com/office/drawing/2014/main" id="{686F44BF-A063-1964-0830-ACC551E8AD91}"/>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Ellipse">
            <a:extLst>
              <a:ext uri="{FF2B5EF4-FFF2-40B4-BE49-F238E27FC236}">
                <a16:creationId xmlns:a16="http://schemas.microsoft.com/office/drawing/2014/main" id="{0B5DE063-4510-BBD1-FD04-91079C322928}"/>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0580D585-BF71-1BD3-7305-83FFAD73152B}"/>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Footer Placeholder">
            <a:extLst>
              <a:ext uri="{FF2B5EF4-FFF2-40B4-BE49-F238E27FC236}">
                <a16:creationId xmlns:a16="http://schemas.microsoft.com/office/drawing/2014/main" id="{E948C80B-2E54-8565-F328-E52FBEB929A0}"/>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69214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Text Box T20V1">
    <p:bg>
      <p:bgPr>
        <a:solidFill>
          <a:schemeClr val="bg2"/>
        </a:solidFill>
        <a:effectLst/>
      </p:bgPr>
    </p:bg>
    <p:spTree>
      <p:nvGrpSpPr>
        <p:cNvPr id="1" name=""/>
        <p:cNvGrpSpPr/>
        <p:nvPr/>
      </p:nvGrpSpPr>
      <p:grpSpPr>
        <a:xfrm>
          <a:off x="0" y="0"/>
          <a:ext cx="0" cy="0"/>
          <a:chOff x="0" y="0"/>
          <a:chExt cx="0" cy="0"/>
        </a:xfrm>
      </p:grpSpPr>
      <p:sp>
        <p:nvSpPr>
          <p:cNvPr id="36" name="Рисунок 19">
            <a:extLst>
              <a:ext uri="{FF2B5EF4-FFF2-40B4-BE49-F238E27FC236}">
                <a16:creationId xmlns:a16="http://schemas.microsoft.com/office/drawing/2014/main" id="{83531D88-CECC-7F5D-EB03-E13B3CB7552E}"/>
              </a:ext>
            </a:extLst>
          </p:cNvPr>
          <p:cNvSpPr>
            <a:spLocks noGrp="1"/>
          </p:cNvSpPr>
          <p:nvPr>
            <p:ph type="pic" sz="quarter" idx="12"/>
          </p:nvPr>
        </p:nvSpPr>
        <p:spPr>
          <a:xfrm>
            <a:off x="6203950" y="1304925"/>
            <a:ext cx="5400675" cy="4968875"/>
          </a:xfrm>
          <a:prstGeom prst="roundRect">
            <a:avLst>
              <a:gd name="adj" fmla="val 9218"/>
            </a:avLst>
          </a:prstGeom>
        </p:spPr>
        <p:txBody>
          <a:bodyPr/>
          <a:lstStyle/>
          <a:p>
            <a:endParaRPr lang="ru-RU"/>
          </a:p>
        </p:txBody>
      </p:sp>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4" y="2826420"/>
            <a:ext cx="5400676" cy="3444976"/>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587374" y="3536522"/>
            <a:ext cx="5400674" cy="1887696"/>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587374" y="5436522"/>
            <a:ext cx="5400674" cy="853050"/>
          </a:xfrm>
        </p:spPr>
        <p:txBody>
          <a:bodyPr wrap="square" lIns="216000" tIns="108000" rIns="216000" bIns="432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803374" y="3042420"/>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738264" y="3139352"/>
            <a:ext cx="562221" cy="238137"/>
          </a:xfrm>
          <a:prstGeom prst="rect">
            <a:avLst/>
          </a:prstGeom>
        </p:spPr>
      </p:pic>
      <p:sp>
        <p:nvSpPr>
          <p:cNvPr id="3" name="Заголовок 1">
            <a:extLst>
              <a:ext uri="{FF2B5EF4-FFF2-40B4-BE49-F238E27FC236}">
                <a16:creationId xmlns:a16="http://schemas.microsoft.com/office/drawing/2014/main" id="{2E9D28A6-84CA-A239-A2DE-29F1DCCF2BA8}"/>
              </a:ext>
            </a:extLst>
          </p:cNvPr>
          <p:cNvSpPr>
            <a:spLocks noGrp="1"/>
          </p:cNvSpPr>
          <p:nvPr>
            <p:ph type="title" hasCustomPrompt="1"/>
          </p:nvPr>
        </p:nvSpPr>
        <p:spPr>
          <a:xfrm>
            <a:off x="597207" y="1309407"/>
            <a:ext cx="5390841" cy="1329595"/>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4" name="Ellipse">
            <a:extLst>
              <a:ext uri="{FF2B5EF4-FFF2-40B4-BE49-F238E27FC236}">
                <a16:creationId xmlns:a16="http://schemas.microsoft.com/office/drawing/2014/main" id="{AA7FDBDC-F4CE-ECA7-6867-958B9F466F11}"/>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Ellipse">
            <a:extLst>
              <a:ext uri="{FF2B5EF4-FFF2-40B4-BE49-F238E27FC236}">
                <a16:creationId xmlns:a16="http://schemas.microsoft.com/office/drawing/2014/main" id="{43BEFB85-EA6A-87AE-B6A2-96E03F16FB49}"/>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0124D865-8E19-065D-8441-138B5716A486}"/>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Footer Placeholder">
            <a:extLst>
              <a:ext uri="{FF2B5EF4-FFF2-40B4-BE49-F238E27FC236}">
                <a16:creationId xmlns:a16="http://schemas.microsoft.com/office/drawing/2014/main" id="{BFF18C7C-EDB8-3DC1-C0E6-A7B15C224944}"/>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468776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Text Box T20V2">
    <p:bg>
      <p:bgPr>
        <a:solidFill>
          <a:srgbClr val="353535"/>
        </a:solidFill>
        <a:effectLst/>
      </p:bgPr>
    </p:bg>
    <p:spTree>
      <p:nvGrpSpPr>
        <p:cNvPr id="1" name=""/>
        <p:cNvGrpSpPr/>
        <p:nvPr/>
      </p:nvGrpSpPr>
      <p:grpSpPr>
        <a:xfrm>
          <a:off x="0" y="0"/>
          <a:ext cx="0" cy="0"/>
          <a:chOff x="0" y="0"/>
          <a:chExt cx="0" cy="0"/>
        </a:xfrm>
      </p:grpSpPr>
      <p:sp>
        <p:nvSpPr>
          <p:cNvPr id="36" name="Рисунок 19">
            <a:extLst>
              <a:ext uri="{FF2B5EF4-FFF2-40B4-BE49-F238E27FC236}">
                <a16:creationId xmlns:a16="http://schemas.microsoft.com/office/drawing/2014/main" id="{83531D88-CECC-7F5D-EB03-E13B3CB7552E}"/>
              </a:ext>
            </a:extLst>
          </p:cNvPr>
          <p:cNvSpPr>
            <a:spLocks noGrp="1"/>
          </p:cNvSpPr>
          <p:nvPr>
            <p:ph type="pic" sz="quarter" idx="12"/>
          </p:nvPr>
        </p:nvSpPr>
        <p:spPr>
          <a:xfrm>
            <a:off x="587375" y="1304925"/>
            <a:ext cx="5400675" cy="4968875"/>
          </a:xfrm>
          <a:prstGeom prst="roundRect">
            <a:avLst>
              <a:gd name="adj" fmla="val 9218"/>
            </a:avLst>
          </a:prstGeom>
        </p:spPr>
        <p:txBody>
          <a:bodyPr/>
          <a:lstStyle/>
          <a:p>
            <a:endParaRPr lang="ru-RU"/>
          </a:p>
        </p:txBody>
      </p:sp>
      <p:sp>
        <p:nvSpPr>
          <p:cNvPr id="8" name="Ellipse">
            <a:extLst>
              <a:ext uri="{FF2B5EF4-FFF2-40B4-BE49-F238E27FC236}">
                <a16:creationId xmlns:a16="http://schemas.microsoft.com/office/drawing/2014/main" id="{356C674D-C1B2-3D36-EDA7-DF911EB1FEB6}"/>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1BD3DABB-62AC-C704-C426-2B0C4C5FE585}"/>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Ellipse">
            <a:extLst>
              <a:ext uri="{FF2B5EF4-FFF2-40B4-BE49-F238E27FC236}">
                <a16:creationId xmlns:a16="http://schemas.microsoft.com/office/drawing/2014/main" id="{0CEC4267-75DC-2698-E83E-C2C03A67EEE7}"/>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6203949" y="2826420"/>
            <a:ext cx="5400676" cy="3444976"/>
          </a:xfrm>
          <a:prstGeom prst="roundRect">
            <a:avLst>
              <a:gd name="adj" fmla="val 1192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accent1"/>
              </a:solidFill>
            </a:endParaRPr>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6203949" y="3536522"/>
            <a:ext cx="5400674" cy="1887696"/>
          </a:xfrm>
        </p:spPr>
        <p:txBody>
          <a:bodyPr lIns="216000" tIns="0" rIns="216000" bIns="0" anchor="b" anchorCtr="0">
            <a:noAutofit/>
          </a:bodyPr>
          <a:lstStyle>
            <a:lvl1pPr marL="0" indent="0" algn="l">
              <a:buNone/>
              <a:defRPr sz="135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6203949" y="5436522"/>
            <a:ext cx="5400674" cy="853050"/>
          </a:xfrm>
        </p:spPr>
        <p:txBody>
          <a:bodyPr wrap="square" lIns="216000" tIns="108000" rIns="216000" bIns="432000" anchor="ctr" anchorCtr="0">
            <a:spAutoFit/>
          </a:bodyPr>
          <a:lstStyle>
            <a:lvl1pPr marL="0" indent="0" algn="l">
              <a:buNone/>
              <a:defRPr sz="2000" b="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419949" y="3042420"/>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2" name="Рисунок 1" descr="Стрелка вниз со сплошной заливкой">
            <a:extLst>
              <a:ext uri="{FF2B5EF4-FFF2-40B4-BE49-F238E27FC236}">
                <a16:creationId xmlns:a16="http://schemas.microsoft.com/office/drawing/2014/main" id="{50667428-DDD2-306B-F202-93690255432A}"/>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6354838" y="3139351"/>
            <a:ext cx="562221" cy="238137"/>
          </a:xfrm>
          <a:prstGeom prst="rect">
            <a:avLst/>
          </a:prstGeom>
        </p:spPr>
      </p:pic>
      <p:sp>
        <p:nvSpPr>
          <p:cNvPr id="3" name="Заголовок 1">
            <a:extLst>
              <a:ext uri="{FF2B5EF4-FFF2-40B4-BE49-F238E27FC236}">
                <a16:creationId xmlns:a16="http://schemas.microsoft.com/office/drawing/2014/main" id="{D1BAEE4D-27DA-D079-04E2-3A6EB7036512}"/>
              </a:ext>
            </a:extLst>
          </p:cNvPr>
          <p:cNvSpPr>
            <a:spLocks noGrp="1"/>
          </p:cNvSpPr>
          <p:nvPr>
            <p:ph type="title" hasCustomPrompt="1"/>
          </p:nvPr>
        </p:nvSpPr>
        <p:spPr>
          <a:xfrm>
            <a:off x="6213784" y="1309407"/>
            <a:ext cx="5390841" cy="1329595"/>
          </a:xfrm>
          <a:prstGeom prst="rect">
            <a:avLst/>
          </a:prstGeom>
        </p:spPr>
        <p:txBody>
          <a:bodyPr vert="horz" wrap="square" lIns="0" tIns="0" rIns="0" bIns="0" rtlCol="0" anchor="t" anchorCtr="0">
            <a:noAutofit/>
          </a:bodyPr>
          <a:lstStyle>
            <a:lvl1pPr>
              <a:defRPr sz="4800">
                <a:solidFill>
                  <a:schemeClr val="bg1"/>
                </a:solidFill>
              </a:defRPr>
            </a:lvl1pPr>
          </a:lstStyle>
          <a:p>
            <a:pPr lvl="0"/>
            <a:r>
              <a:rPr lang="en-US" dirty="0"/>
              <a:t>Click to edit Master text styles</a:t>
            </a:r>
            <a:endParaRPr lang="ru-RU" dirty="0"/>
          </a:p>
        </p:txBody>
      </p:sp>
      <p:sp>
        <p:nvSpPr>
          <p:cNvPr id="4" name="Footer Placeholder">
            <a:extLst>
              <a:ext uri="{FF2B5EF4-FFF2-40B4-BE49-F238E27FC236}">
                <a16:creationId xmlns:a16="http://schemas.microsoft.com/office/drawing/2014/main" id="{CD3B5A70-BB39-3958-BE86-0FDF2B82F413}"/>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599715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 Text Box T20V3">
    <p:bg>
      <p:bgPr>
        <a:solidFill>
          <a:schemeClr val="bg2"/>
        </a:solidFill>
        <a:effectLst/>
      </p:bgPr>
    </p:bg>
    <p:spTree>
      <p:nvGrpSpPr>
        <p:cNvPr id="1" name=""/>
        <p:cNvGrpSpPr/>
        <p:nvPr/>
      </p:nvGrpSpPr>
      <p:grpSpPr>
        <a:xfrm>
          <a:off x="0" y="0"/>
          <a:ext cx="0" cy="0"/>
          <a:chOff x="0" y="0"/>
          <a:chExt cx="0" cy="0"/>
        </a:xfrm>
      </p:grpSpPr>
      <p:sp>
        <p:nvSpPr>
          <p:cNvPr id="36" name="Рисунок 19">
            <a:extLst>
              <a:ext uri="{FF2B5EF4-FFF2-40B4-BE49-F238E27FC236}">
                <a16:creationId xmlns:a16="http://schemas.microsoft.com/office/drawing/2014/main" id="{83531D88-CECC-7F5D-EB03-E13B3CB7552E}"/>
              </a:ext>
            </a:extLst>
          </p:cNvPr>
          <p:cNvSpPr>
            <a:spLocks noGrp="1"/>
          </p:cNvSpPr>
          <p:nvPr>
            <p:ph type="pic" sz="quarter" idx="12"/>
          </p:nvPr>
        </p:nvSpPr>
        <p:spPr>
          <a:xfrm>
            <a:off x="587375" y="2828600"/>
            <a:ext cx="5400675" cy="3445200"/>
          </a:xfrm>
          <a:prstGeom prst="roundRect">
            <a:avLst>
              <a:gd name="adj" fmla="val 9218"/>
            </a:avLst>
          </a:prstGeom>
        </p:spPr>
        <p:txBody>
          <a:bodyPr/>
          <a:lstStyle/>
          <a:p>
            <a:endParaRPr lang="ru-RU"/>
          </a:p>
        </p:txBody>
      </p:sp>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6203949" y="2828601"/>
            <a:ext cx="5400676" cy="3444976"/>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6203949" y="3538703"/>
            <a:ext cx="5400674" cy="1887696"/>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6203949" y="5438703"/>
            <a:ext cx="5400674" cy="853050"/>
          </a:xfrm>
        </p:spPr>
        <p:txBody>
          <a:bodyPr wrap="square" lIns="216000" tIns="108000" rIns="216000" bIns="432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419949" y="3044601"/>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6354839" y="3141533"/>
            <a:ext cx="562221" cy="238137"/>
          </a:xfrm>
          <a:prstGeom prst="rect">
            <a:avLst/>
          </a:prstGeom>
        </p:spPr>
      </p:pic>
      <p:sp>
        <p:nvSpPr>
          <p:cNvPr id="3" name="Заголовок 1">
            <a:extLst>
              <a:ext uri="{FF2B5EF4-FFF2-40B4-BE49-F238E27FC236}">
                <a16:creationId xmlns:a16="http://schemas.microsoft.com/office/drawing/2014/main" id="{2F248BD5-5BD0-EF1D-B084-56F11EE4D634}"/>
              </a:ext>
            </a:extLst>
          </p:cNvPr>
          <p:cNvSpPr>
            <a:spLocks noGrp="1"/>
          </p:cNvSpPr>
          <p:nvPr>
            <p:ph type="title" hasCustomPrompt="1"/>
          </p:nvPr>
        </p:nvSpPr>
        <p:spPr>
          <a:xfrm>
            <a:off x="597207" y="1309407"/>
            <a:ext cx="11007418" cy="1329595"/>
          </a:xfrm>
          <a:prstGeom prst="rect">
            <a:avLst/>
          </a:prstGeom>
        </p:spPr>
        <p:txBody>
          <a:bodyPr vert="horz" wrap="square" lIns="0" tIns="0" rIns="0" bIns="0" rtlCol="0" anchor="ctr" anchorCtr="0">
            <a:noAutofit/>
          </a:bodyPr>
          <a:lstStyle>
            <a:lvl1pPr>
              <a:defRPr sz="4800"/>
            </a:lvl1pPr>
          </a:lstStyle>
          <a:p>
            <a:pPr lvl="0"/>
            <a:r>
              <a:rPr lang="en-US" dirty="0"/>
              <a:t>Click to edit Master text styles</a:t>
            </a:r>
            <a:endParaRPr lang="ru-RU" dirty="0"/>
          </a:p>
        </p:txBody>
      </p:sp>
      <p:sp>
        <p:nvSpPr>
          <p:cNvPr id="4" name="Ellipse">
            <a:extLst>
              <a:ext uri="{FF2B5EF4-FFF2-40B4-BE49-F238E27FC236}">
                <a16:creationId xmlns:a16="http://schemas.microsoft.com/office/drawing/2014/main" id="{A930A807-66B8-D3A3-8E56-DBA0CF56CE54}"/>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Ellipse">
            <a:extLst>
              <a:ext uri="{FF2B5EF4-FFF2-40B4-BE49-F238E27FC236}">
                <a16:creationId xmlns:a16="http://schemas.microsoft.com/office/drawing/2014/main" id="{BB296AFE-1D22-5685-F1CD-125AE9E9D7E8}"/>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DBDEFE39-DC4E-B51E-218E-C25E823AC14E}"/>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Footer Placeholder">
            <a:extLst>
              <a:ext uri="{FF2B5EF4-FFF2-40B4-BE49-F238E27FC236}">
                <a16:creationId xmlns:a16="http://schemas.microsoft.com/office/drawing/2014/main" id="{1A4DC76A-6549-C19A-BBA6-67ED681A8EE0}"/>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956041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 Text Box T20V4">
    <p:bg>
      <p:bgPr>
        <a:solidFill>
          <a:schemeClr val="tx1"/>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5" y="2828601"/>
            <a:ext cx="5400676" cy="3444976"/>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587375" y="3538703"/>
            <a:ext cx="5400674" cy="1887696"/>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587375" y="5438703"/>
            <a:ext cx="5400674" cy="853050"/>
          </a:xfrm>
        </p:spPr>
        <p:txBody>
          <a:bodyPr wrap="square" lIns="216000" tIns="108000" rIns="216000" bIns="432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803375" y="3044601"/>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738265" y="3141533"/>
            <a:ext cx="562221" cy="238137"/>
          </a:xfrm>
          <a:prstGeom prst="rect">
            <a:avLst/>
          </a:prstGeom>
        </p:spPr>
      </p:pic>
      <p:sp>
        <p:nvSpPr>
          <p:cNvPr id="3" name="Ellipse">
            <a:extLst>
              <a:ext uri="{FF2B5EF4-FFF2-40B4-BE49-F238E27FC236}">
                <a16:creationId xmlns:a16="http://schemas.microsoft.com/office/drawing/2014/main" id="{B59985EB-F7DC-A0F6-6799-272699D31F7F}"/>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9E9ECF26-76A0-10EC-36A7-C5559B114F48}"/>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Ellipse">
            <a:extLst>
              <a:ext uri="{FF2B5EF4-FFF2-40B4-BE49-F238E27FC236}">
                <a16:creationId xmlns:a16="http://schemas.microsoft.com/office/drawing/2014/main" id="{560D85FF-5F1D-C699-1419-B5EA98C8E20C}"/>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Рисунок 19">
            <a:extLst>
              <a:ext uri="{FF2B5EF4-FFF2-40B4-BE49-F238E27FC236}">
                <a16:creationId xmlns:a16="http://schemas.microsoft.com/office/drawing/2014/main" id="{86EA94A0-A838-7494-EF8F-F55F53C20373}"/>
              </a:ext>
            </a:extLst>
          </p:cNvPr>
          <p:cNvSpPr>
            <a:spLocks noGrp="1"/>
          </p:cNvSpPr>
          <p:nvPr>
            <p:ph type="pic" sz="quarter" idx="26"/>
          </p:nvPr>
        </p:nvSpPr>
        <p:spPr>
          <a:xfrm>
            <a:off x="6203950" y="2828601"/>
            <a:ext cx="5400675" cy="3445200"/>
          </a:xfrm>
          <a:prstGeom prst="roundRect">
            <a:avLst>
              <a:gd name="adj" fmla="val 9218"/>
            </a:avLst>
          </a:prstGeom>
        </p:spPr>
        <p:txBody>
          <a:bodyPr/>
          <a:lstStyle/>
          <a:p>
            <a:endParaRPr lang="ru-RU"/>
          </a:p>
        </p:txBody>
      </p:sp>
      <p:sp>
        <p:nvSpPr>
          <p:cNvPr id="8" name="Заголовок 1">
            <a:extLst>
              <a:ext uri="{FF2B5EF4-FFF2-40B4-BE49-F238E27FC236}">
                <a16:creationId xmlns:a16="http://schemas.microsoft.com/office/drawing/2014/main" id="{FFB9492D-D004-364B-8D83-52D405304201}"/>
              </a:ext>
            </a:extLst>
          </p:cNvPr>
          <p:cNvSpPr>
            <a:spLocks noGrp="1"/>
          </p:cNvSpPr>
          <p:nvPr>
            <p:ph type="title" hasCustomPrompt="1"/>
          </p:nvPr>
        </p:nvSpPr>
        <p:spPr>
          <a:xfrm>
            <a:off x="597207" y="1309407"/>
            <a:ext cx="11007418" cy="1329595"/>
          </a:xfrm>
          <a:prstGeom prst="rect">
            <a:avLst/>
          </a:prstGeom>
        </p:spPr>
        <p:txBody>
          <a:bodyPr vert="horz" wrap="square" lIns="0" tIns="0" rIns="0" bIns="0" rtlCol="0" anchor="ctr" anchorCtr="0">
            <a:noAutofit/>
          </a:bodyPr>
          <a:lstStyle>
            <a:lvl1pPr>
              <a:defRPr sz="4800">
                <a:solidFill>
                  <a:schemeClr val="bg1"/>
                </a:solidFill>
              </a:defRPr>
            </a:lvl1pPr>
          </a:lstStyle>
          <a:p>
            <a:pPr lvl="0"/>
            <a:r>
              <a:rPr lang="en-US" dirty="0"/>
              <a:t>Click to edit Master text styles</a:t>
            </a:r>
            <a:endParaRPr lang="ru-RU" dirty="0"/>
          </a:p>
        </p:txBody>
      </p:sp>
      <p:sp>
        <p:nvSpPr>
          <p:cNvPr id="9" name="Footer Placeholder">
            <a:extLst>
              <a:ext uri="{FF2B5EF4-FFF2-40B4-BE49-F238E27FC236}">
                <a16:creationId xmlns:a16="http://schemas.microsoft.com/office/drawing/2014/main" id="{2BEDE5C7-187C-A34C-DAFE-586362C32AD8}"/>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851246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Text Boxes T21V1">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6203949" y="2828601"/>
            <a:ext cx="5400676" cy="3444976"/>
          </a:xfrm>
          <a:prstGeom prst="roundRect">
            <a:avLst>
              <a:gd name="adj" fmla="val 1192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6203949" y="3538703"/>
            <a:ext cx="5400674" cy="1887696"/>
          </a:xfrm>
        </p:spPr>
        <p:txBody>
          <a:bodyPr lIns="216000" tIns="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6203949" y="5438703"/>
            <a:ext cx="5400674" cy="853050"/>
          </a:xfrm>
        </p:spPr>
        <p:txBody>
          <a:bodyPr wrap="square" lIns="216000" tIns="108000" rIns="216000" bIns="432000" anchor="ctr"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419949" y="3044601"/>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6354839" y="3141533"/>
            <a:ext cx="562221" cy="238137"/>
          </a:xfrm>
          <a:prstGeom prst="rect">
            <a:avLst/>
          </a:prstGeom>
        </p:spPr>
      </p:pic>
      <p:sp>
        <p:nvSpPr>
          <p:cNvPr id="3" name="Прямоугольник: скругленные углы 2">
            <a:extLst>
              <a:ext uri="{FF2B5EF4-FFF2-40B4-BE49-F238E27FC236}">
                <a16:creationId xmlns:a16="http://schemas.microsoft.com/office/drawing/2014/main" id="{CC40E4B8-5463-5608-7FB6-94987AE54F86}"/>
              </a:ext>
            </a:extLst>
          </p:cNvPr>
          <p:cNvSpPr/>
          <p:nvPr userDrawn="1"/>
        </p:nvSpPr>
        <p:spPr>
          <a:xfrm>
            <a:off x="587376" y="2828824"/>
            <a:ext cx="5400676" cy="3444976"/>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 name="Text Placeholder">
            <a:extLst>
              <a:ext uri="{FF2B5EF4-FFF2-40B4-BE49-F238E27FC236}">
                <a16:creationId xmlns:a16="http://schemas.microsoft.com/office/drawing/2014/main" id="{340048D2-8264-FC83-B01D-357D4735BEED}"/>
              </a:ext>
            </a:extLst>
          </p:cNvPr>
          <p:cNvSpPr>
            <a:spLocks noGrp="1"/>
          </p:cNvSpPr>
          <p:nvPr>
            <p:ph type="body" idx="26" hasCustomPrompt="1"/>
          </p:nvPr>
        </p:nvSpPr>
        <p:spPr>
          <a:xfrm>
            <a:off x="587376" y="3538926"/>
            <a:ext cx="5400674" cy="1887696"/>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A355C18-AE6B-8894-F419-E71021FF5061}"/>
              </a:ext>
            </a:extLst>
          </p:cNvPr>
          <p:cNvSpPr>
            <a:spLocks noGrp="1"/>
          </p:cNvSpPr>
          <p:nvPr>
            <p:ph type="body" idx="27" hasCustomPrompt="1"/>
          </p:nvPr>
        </p:nvSpPr>
        <p:spPr>
          <a:xfrm>
            <a:off x="587376" y="5438926"/>
            <a:ext cx="5400674" cy="853050"/>
          </a:xfrm>
        </p:spPr>
        <p:txBody>
          <a:bodyPr wrap="square" lIns="216000" tIns="108000" rIns="216000" bIns="432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9B8B0384-C066-92EB-D55B-208A039522A4}"/>
              </a:ext>
            </a:extLst>
          </p:cNvPr>
          <p:cNvSpPr/>
          <p:nvPr userDrawn="1"/>
        </p:nvSpPr>
        <p:spPr>
          <a:xfrm>
            <a:off x="803376" y="3044824"/>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 name="Рисунок 9" descr="Стрелка вниз со сплошной заливкой">
            <a:extLst>
              <a:ext uri="{FF2B5EF4-FFF2-40B4-BE49-F238E27FC236}">
                <a16:creationId xmlns:a16="http://schemas.microsoft.com/office/drawing/2014/main" id="{CFA80331-4340-2F48-8519-3D57D1B5E0A5}"/>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8900000">
            <a:off x="738266" y="3141756"/>
            <a:ext cx="562221" cy="238137"/>
          </a:xfrm>
          <a:prstGeom prst="rect">
            <a:avLst/>
          </a:prstGeom>
        </p:spPr>
      </p:pic>
      <p:sp>
        <p:nvSpPr>
          <p:cNvPr id="8" name="Заголовок 1">
            <a:extLst>
              <a:ext uri="{FF2B5EF4-FFF2-40B4-BE49-F238E27FC236}">
                <a16:creationId xmlns:a16="http://schemas.microsoft.com/office/drawing/2014/main" id="{E1744770-C26A-845C-C21C-9AE5256E4A11}"/>
              </a:ext>
            </a:extLst>
          </p:cNvPr>
          <p:cNvSpPr>
            <a:spLocks noGrp="1"/>
          </p:cNvSpPr>
          <p:nvPr>
            <p:ph type="title" hasCustomPrompt="1"/>
          </p:nvPr>
        </p:nvSpPr>
        <p:spPr>
          <a:xfrm>
            <a:off x="597207" y="1309407"/>
            <a:ext cx="11007418" cy="1329595"/>
          </a:xfrm>
          <a:prstGeom prst="rect">
            <a:avLst/>
          </a:prstGeom>
        </p:spPr>
        <p:txBody>
          <a:bodyPr vert="horz" wrap="square" lIns="0" tIns="0" rIns="0" bIns="0" rtlCol="0" anchor="ctr" anchorCtr="0">
            <a:noAutofit/>
          </a:bodyPr>
          <a:lstStyle>
            <a:lvl1pPr>
              <a:defRPr sz="4800"/>
            </a:lvl1pPr>
          </a:lstStyle>
          <a:p>
            <a:pPr lvl="0"/>
            <a:r>
              <a:rPr lang="en-US" dirty="0"/>
              <a:t>Click to edit Master text styles</a:t>
            </a:r>
            <a:endParaRPr lang="ru-RU" dirty="0"/>
          </a:p>
        </p:txBody>
      </p:sp>
      <p:sp>
        <p:nvSpPr>
          <p:cNvPr id="9" name="Ellipse">
            <a:extLst>
              <a:ext uri="{FF2B5EF4-FFF2-40B4-BE49-F238E27FC236}">
                <a16:creationId xmlns:a16="http://schemas.microsoft.com/office/drawing/2014/main" id="{76700BB2-5F85-C3F1-E883-6C8BC5D81DD4}"/>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CD99FAAC-7A52-24F8-FAB4-F95340E049E5}"/>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3506907A-A0F8-6B61-F92C-D92DE99715D7}"/>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Footer Placeholder">
            <a:extLst>
              <a:ext uri="{FF2B5EF4-FFF2-40B4-BE49-F238E27FC236}">
                <a16:creationId xmlns:a16="http://schemas.microsoft.com/office/drawing/2014/main" id="{D28EBCA3-BED6-E2A0-36A7-DEE82C693B5A}"/>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7071712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Text Boxes T21V2">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8077200" y="2180141"/>
            <a:ext cx="3528000" cy="4093200"/>
          </a:xfrm>
          <a:prstGeom prst="roundRect">
            <a:avLst>
              <a:gd name="adj" fmla="val 1192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4" name="Текст 2">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8077200" y="3212973"/>
            <a:ext cx="3528000" cy="1887696"/>
          </a:xfrm>
        </p:spPr>
        <p:txBody>
          <a:bodyPr lIns="216000" tIns="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Текст 2">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8077200" y="5112973"/>
            <a:ext cx="3528000" cy="1160827"/>
          </a:xfrm>
        </p:spPr>
        <p:txBody>
          <a:bodyPr wrap="square" lIns="216000" tIns="108000" rIns="216000" bIns="432000" anchor="t" anchorCtr="0">
            <a:no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8293200" y="2396143"/>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8228090" y="2493075"/>
            <a:ext cx="562221" cy="238137"/>
          </a:xfrm>
          <a:prstGeom prst="rect">
            <a:avLst/>
          </a:prstGeom>
        </p:spPr>
      </p:pic>
      <p:sp>
        <p:nvSpPr>
          <p:cNvPr id="3" name="Прямоугольник: скругленные углы 2">
            <a:extLst>
              <a:ext uri="{FF2B5EF4-FFF2-40B4-BE49-F238E27FC236}">
                <a16:creationId xmlns:a16="http://schemas.microsoft.com/office/drawing/2014/main" id="{CC40E4B8-5463-5608-7FB6-94987AE54F86}"/>
              </a:ext>
            </a:extLst>
          </p:cNvPr>
          <p:cNvSpPr/>
          <p:nvPr userDrawn="1"/>
        </p:nvSpPr>
        <p:spPr>
          <a:xfrm>
            <a:off x="4332288" y="2180365"/>
            <a:ext cx="3528000" cy="4091253"/>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 name="Текст 2">
            <a:extLst>
              <a:ext uri="{FF2B5EF4-FFF2-40B4-BE49-F238E27FC236}">
                <a16:creationId xmlns:a16="http://schemas.microsoft.com/office/drawing/2014/main" id="{340048D2-8264-FC83-B01D-357D4735BEED}"/>
              </a:ext>
            </a:extLst>
          </p:cNvPr>
          <p:cNvSpPr>
            <a:spLocks noGrp="1"/>
          </p:cNvSpPr>
          <p:nvPr>
            <p:ph type="body" idx="26" hasCustomPrompt="1"/>
          </p:nvPr>
        </p:nvSpPr>
        <p:spPr>
          <a:xfrm>
            <a:off x="4332288" y="3213196"/>
            <a:ext cx="3528000" cy="1887696"/>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 name="Текст 2">
            <a:extLst>
              <a:ext uri="{FF2B5EF4-FFF2-40B4-BE49-F238E27FC236}">
                <a16:creationId xmlns:a16="http://schemas.microsoft.com/office/drawing/2014/main" id="{7A355C18-AE6B-8894-F419-E71021FF5061}"/>
              </a:ext>
            </a:extLst>
          </p:cNvPr>
          <p:cNvSpPr>
            <a:spLocks noGrp="1"/>
          </p:cNvSpPr>
          <p:nvPr>
            <p:ph type="body" idx="27" hasCustomPrompt="1"/>
          </p:nvPr>
        </p:nvSpPr>
        <p:spPr>
          <a:xfrm>
            <a:off x="4332288" y="5112973"/>
            <a:ext cx="3528000" cy="1160827"/>
          </a:xfrm>
        </p:spPr>
        <p:txBody>
          <a:bodyPr wrap="square" lIns="216000" tIns="108000" rIns="216000" bIns="432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6" name="Овал 5">
            <a:extLst>
              <a:ext uri="{FF2B5EF4-FFF2-40B4-BE49-F238E27FC236}">
                <a16:creationId xmlns:a16="http://schemas.microsoft.com/office/drawing/2014/main" id="{9B8B0384-C066-92EB-D55B-208A039522A4}"/>
              </a:ext>
            </a:extLst>
          </p:cNvPr>
          <p:cNvSpPr/>
          <p:nvPr userDrawn="1"/>
        </p:nvSpPr>
        <p:spPr>
          <a:xfrm>
            <a:off x="4548288" y="2396366"/>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 name="Рисунок 9" descr="Стрелка вниз со сплошной заливкой">
            <a:extLst>
              <a:ext uri="{FF2B5EF4-FFF2-40B4-BE49-F238E27FC236}">
                <a16:creationId xmlns:a16="http://schemas.microsoft.com/office/drawing/2014/main" id="{CFA80331-4340-2F48-8519-3D57D1B5E0A5}"/>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8900000">
            <a:off x="4483178" y="2493298"/>
            <a:ext cx="562221" cy="238137"/>
          </a:xfrm>
          <a:prstGeom prst="rect">
            <a:avLst/>
          </a:prstGeom>
        </p:spPr>
      </p:pic>
      <p:sp>
        <p:nvSpPr>
          <p:cNvPr id="13" name="Рисунок 19">
            <a:extLst>
              <a:ext uri="{FF2B5EF4-FFF2-40B4-BE49-F238E27FC236}">
                <a16:creationId xmlns:a16="http://schemas.microsoft.com/office/drawing/2014/main" id="{F5B58ABD-0DB8-F2A8-6CE7-3B8D7570AE76}"/>
              </a:ext>
            </a:extLst>
          </p:cNvPr>
          <p:cNvSpPr>
            <a:spLocks noGrp="1"/>
          </p:cNvSpPr>
          <p:nvPr>
            <p:ph type="pic" sz="quarter" idx="12"/>
          </p:nvPr>
        </p:nvSpPr>
        <p:spPr>
          <a:xfrm>
            <a:off x="586800" y="2180141"/>
            <a:ext cx="3528000" cy="4093200"/>
          </a:xfrm>
          <a:prstGeom prst="roundRect">
            <a:avLst>
              <a:gd name="adj" fmla="val 11303"/>
            </a:avLst>
          </a:prstGeom>
        </p:spPr>
        <p:txBody>
          <a:bodyPr/>
          <a:lstStyle/>
          <a:p>
            <a:endParaRPr lang="ru-RU"/>
          </a:p>
        </p:txBody>
      </p:sp>
      <p:sp>
        <p:nvSpPr>
          <p:cNvPr id="8" name="Заголовок 1">
            <a:extLst>
              <a:ext uri="{FF2B5EF4-FFF2-40B4-BE49-F238E27FC236}">
                <a16:creationId xmlns:a16="http://schemas.microsoft.com/office/drawing/2014/main" id="{1F1D5F2C-AE1C-C48C-E24D-D3773B5313B9}"/>
              </a:ext>
            </a:extLst>
          </p:cNvPr>
          <p:cNvSpPr>
            <a:spLocks noGrp="1"/>
          </p:cNvSpPr>
          <p:nvPr>
            <p:ph type="title" hasCustomPrompt="1"/>
          </p:nvPr>
        </p:nvSpPr>
        <p:spPr>
          <a:xfrm>
            <a:off x="597207" y="1309407"/>
            <a:ext cx="11007418" cy="664797"/>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9" name="Ellipse">
            <a:extLst>
              <a:ext uri="{FF2B5EF4-FFF2-40B4-BE49-F238E27FC236}">
                <a16:creationId xmlns:a16="http://schemas.microsoft.com/office/drawing/2014/main" id="{3E724EC9-08DB-D30D-2A6E-A8BE42CA7C0B}"/>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5C1DE741-6AFA-F085-7A49-6E83506C5C80}"/>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D53490D7-12A8-52B0-8A8A-DFCEC9C88C5B}"/>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Footer Placeholder">
            <a:extLst>
              <a:ext uri="{FF2B5EF4-FFF2-40B4-BE49-F238E27FC236}">
                <a16:creationId xmlns:a16="http://schemas.microsoft.com/office/drawing/2014/main" id="{F81086EA-9F68-AA4D-6507-B028CF0777D3}"/>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298517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Text Boxes T21V3">
    <p:bg>
      <p:bgPr>
        <a:solidFill>
          <a:schemeClr val="tx1"/>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4332288" y="2828601"/>
            <a:ext cx="3528000" cy="3445199"/>
          </a:xfrm>
          <a:prstGeom prst="roundRect">
            <a:avLst>
              <a:gd name="adj" fmla="val 1192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4" name="Текст 2">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4332288" y="3548962"/>
            <a:ext cx="3528000" cy="1551707"/>
          </a:xfrm>
        </p:spPr>
        <p:txBody>
          <a:bodyPr lIns="216000" tIns="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3" name="Текст 2">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4332288" y="5112973"/>
            <a:ext cx="3528000" cy="1160827"/>
          </a:xfrm>
        </p:spPr>
        <p:txBody>
          <a:bodyPr wrap="square" lIns="216000" tIns="108000" rIns="216000" bIns="432000" anchor="t" anchorCtr="0">
            <a:no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4548288" y="3044603"/>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4483178" y="3141535"/>
            <a:ext cx="562221" cy="238137"/>
          </a:xfrm>
          <a:prstGeom prst="rect">
            <a:avLst/>
          </a:prstGeom>
        </p:spPr>
      </p:pic>
      <p:sp>
        <p:nvSpPr>
          <p:cNvPr id="3" name="Прямоугольник: скругленные углы 2">
            <a:extLst>
              <a:ext uri="{FF2B5EF4-FFF2-40B4-BE49-F238E27FC236}">
                <a16:creationId xmlns:a16="http://schemas.microsoft.com/office/drawing/2014/main" id="{CC40E4B8-5463-5608-7FB6-94987AE54F86}"/>
              </a:ext>
            </a:extLst>
          </p:cNvPr>
          <p:cNvSpPr/>
          <p:nvPr userDrawn="1"/>
        </p:nvSpPr>
        <p:spPr>
          <a:xfrm>
            <a:off x="587376" y="2828826"/>
            <a:ext cx="3528000" cy="3443560"/>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 name="Текст 2">
            <a:extLst>
              <a:ext uri="{FF2B5EF4-FFF2-40B4-BE49-F238E27FC236}">
                <a16:creationId xmlns:a16="http://schemas.microsoft.com/office/drawing/2014/main" id="{340048D2-8264-FC83-B01D-357D4735BEED}"/>
              </a:ext>
            </a:extLst>
          </p:cNvPr>
          <p:cNvSpPr>
            <a:spLocks noGrp="1"/>
          </p:cNvSpPr>
          <p:nvPr>
            <p:ph type="body" idx="26" hasCustomPrompt="1"/>
          </p:nvPr>
        </p:nvSpPr>
        <p:spPr>
          <a:xfrm>
            <a:off x="587376" y="3549069"/>
            <a:ext cx="3528000" cy="1551600"/>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 name="Текст 2">
            <a:extLst>
              <a:ext uri="{FF2B5EF4-FFF2-40B4-BE49-F238E27FC236}">
                <a16:creationId xmlns:a16="http://schemas.microsoft.com/office/drawing/2014/main" id="{7A355C18-AE6B-8894-F419-E71021FF5061}"/>
              </a:ext>
            </a:extLst>
          </p:cNvPr>
          <p:cNvSpPr>
            <a:spLocks noGrp="1"/>
          </p:cNvSpPr>
          <p:nvPr>
            <p:ph type="body" idx="27" hasCustomPrompt="1"/>
          </p:nvPr>
        </p:nvSpPr>
        <p:spPr>
          <a:xfrm>
            <a:off x="587376" y="5112973"/>
            <a:ext cx="3528000" cy="1160827"/>
          </a:xfrm>
        </p:spPr>
        <p:txBody>
          <a:bodyPr wrap="square" lIns="216000" tIns="108000" rIns="216000" bIns="432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6" name="Овал 5">
            <a:extLst>
              <a:ext uri="{FF2B5EF4-FFF2-40B4-BE49-F238E27FC236}">
                <a16:creationId xmlns:a16="http://schemas.microsoft.com/office/drawing/2014/main" id="{9B8B0384-C066-92EB-D55B-208A039522A4}"/>
              </a:ext>
            </a:extLst>
          </p:cNvPr>
          <p:cNvSpPr/>
          <p:nvPr userDrawn="1"/>
        </p:nvSpPr>
        <p:spPr>
          <a:xfrm>
            <a:off x="803376" y="3044826"/>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0" name="Рисунок 9" descr="Стрелка вниз со сплошной заливкой">
            <a:extLst>
              <a:ext uri="{FF2B5EF4-FFF2-40B4-BE49-F238E27FC236}">
                <a16:creationId xmlns:a16="http://schemas.microsoft.com/office/drawing/2014/main" id="{CFA80331-4340-2F48-8519-3D57D1B5E0A5}"/>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8900000">
            <a:off x="738266" y="3141758"/>
            <a:ext cx="562221" cy="238137"/>
          </a:xfrm>
          <a:prstGeom prst="rect">
            <a:avLst/>
          </a:prstGeom>
        </p:spPr>
      </p:pic>
      <p:sp>
        <p:nvSpPr>
          <p:cNvPr id="13" name="Рисунок 19">
            <a:extLst>
              <a:ext uri="{FF2B5EF4-FFF2-40B4-BE49-F238E27FC236}">
                <a16:creationId xmlns:a16="http://schemas.microsoft.com/office/drawing/2014/main" id="{F5B58ABD-0DB8-F2A8-6CE7-3B8D7570AE76}"/>
              </a:ext>
            </a:extLst>
          </p:cNvPr>
          <p:cNvSpPr>
            <a:spLocks noGrp="1"/>
          </p:cNvSpPr>
          <p:nvPr>
            <p:ph type="pic" sz="quarter" idx="12"/>
          </p:nvPr>
        </p:nvSpPr>
        <p:spPr>
          <a:xfrm>
            <a:off x="8076626" y="584200"/>
            <a:ext cx="3528000" cy="5689141"/>
          </a:xfrm>
          <a:prstGeom prst="roundRect">
            <a:avLst>
              <a:gd name="adj" fmla="val 11303"/>
            </a:avLst>
          </a:prstGeom>
        </p:spPr>
        <p:txBody>
          <a:bodyPr/>
          <a:lstStyle/>
          <a:p>
            <a:endParaRPr lang="ru-RU"/>
          </a:p>
        </p:txBody>
      </p:sp>
      <p:sp>
        <p:nvSpPr>
          <p:cNvPr id="25" name="Ellipse">
            <a:extLst>
              <a:ext uri="{FF2B5EF4-FFF2-40B4-BE49-F238E27FC236}">
                <a16:creationId xmlns:a16="http://schemas.microsoft.com/office/drawing/2014/main" id="{CA8BA05A-4DCA-F797-B924-5AA579AB0836}"/>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 name="Ellipse">
            <a:extLst>
              <a:ext uri="{FF2B5EF4-FFF2-40B4-BE49-F238E27FC236}">
                <a16:creationId xmlns:a16="http://schemas.microsoft.com/office/drawing/2014/main" id="{E7D60930-12F6-701A-BC78-1B87D0D94F09}"/>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7" name="Ellipse">
            <a:extLst>
              <a:ext uri="{FF2B5EF4-FFF2-40B4-BE49-F238E27FC236}">
                <a16:creationId xmlns:a16="http://schemas.microsoft.com/office/drawing/2014/main" id="{4C560EE8-6360-8451-B689-CCEDB3E0C3BA}"/>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Заголовок 1">
            <a:extLst>
              <a:ext uri="{FF2B5EF4-FFF2-40B4-BE49-F238E27FC236}">
                <a16:creationId xmlns:a16="http://schemas.microsoft.com/office/drawing/2014/main" id="{AA659890-E929-F764-50F5-3BAA2CE3F48C}"/>
              </a:ext>
            </a:extLst>
          </p:cNvPr>
          <p:cNvSpPr>
            <a:spLocks noGrp="1"/>
          </p:cNvSpPr>
          <p:nvPr>
            <p:ph type="title" hasCustomPrompt="1"/>
          </p:nvPr>
        </p:nvSpPr>
        <p:spPr>
          <a:xfrm>
            <a:off x="597207" y="1309407"/>
            <a:ext cx="7264195" cy="1329595"/>
          </a:xfrm>
          <a:prstGeom prst="rect">
            <a:avLst/>
          </a:prstGeom>
        </p:spPr>
        <p:txBody>
          <a:bodyPr vert="horz" wrap="square" lIns="0" tIns="0" rIns="0" bIns="0" rtlCol="0" anchor="ctr" anchorCtr="0">
            <a:noAutofit/>
          </a:bodyPr>
          <a:lstStyle>
            <a:lvl1pPr>
              <a:defRPr sz="4800">
                <a:solidFill>
                  <a:schemeClr val="bg1"/>
                </a:solidFill>
              </a:defRPr>
            </a:lvl1pPr>
          </a:lstStyle>
          <a:p>
            <a:pPr lvl="0"/>
            <a:r>
              <a:rPr lang="en-US" dirty="0"/>
              <a:t>Click to edit Master text styles</a:t>
            </a:r>
            <a:endParaRPr lang="ru-RU" dirty="0"/>
          </a:p>
        </p:txBody>
      </p:sp>
      <p:sp>
        <p:nvSpPr>
          <p:cNvPr id="9" name="Footer Placeholder">
            <a:extLst>
              <a:ext uri="{FF2B5EF4-FFF2-40B4-BE49-F238E27FC236}">
                <a16:creationId xmlns:a16="http://schemas.microsoft.com/office/drawing/2014/main" id="{CD7676F1-A573-51B3-E4B7-8720FFE7F234}"/>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0721362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Text Boxes T22V1">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4" y="2826420"/>
            <a:ext cx="3529014" cy="3444976"/>
          </a:xfrm>
          <a:prstGeom prst="roundRect">
            <a:avLst>
              <a:gd name="adj" fmla="val 11927"/>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587374" y="3536002"/>
            <a:ext cx="3529014" cy="1551707"/>
          </a:xfrm>
        </p:spPr>
        <p:txBody>
          <a:bodyPr lIns="216000" tIns="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587374" y="5112973"/>
            <a:ext cx="3529014" cy="1160827"/>
          </a:xfrm>
        </p:spPr>
        <p:txBody>
          <a:bodyPr wrap="square" lIns="216000" tIns="108000" rIns="216000" bIns="432000" anchor="t"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803374" y="3042420"/>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Прямоугольник: скругленные углы 1">
            <a:extLst>
              <a:ext uri="{FF2B5EF4-FFF2-40B4-BE49-F238E27FC236}">
                <a16:creationId xmlns:a16="http://schemas.microsoft.com/office/drawing/2014/main" id="{C13FBD91-8212-E33A-A5EF-31D0448D8823}"/>
              </a:ext>
            </a:extLst>
          </p:cNvPr>
          <p:cNvSpPr/>
          <p:nvPr userDrawn="1"/>
        </p:nvSpPr>
        <p:spPr>
          <a:xfrm>
            <a:off x="4332388" y="2824016"/>
            <a:ext cx="3529014" cy="3444976"/>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hasCustomPrompt="1"/>
          </p:nvPr>
        </p:nvSpPr>
        <p:spPr>
          <a:xfrm>
            <a:off x="4332388" y="3533598"/>
            <a:ext cx="3529014" cy="1551707"/>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 name="Subtitle Placeholder">
            <a:extLst>
              <a:ext uri="{FF2B5EF4-FFF2-40B4-BE49-F238E27FC236}">
                <a16:creationId xmlns:a16="http://schemas.microsoft.com/office/drawing/2014/main" id="{DE994276-5754-DEDB-3904-703B3E9595A4}"/>
              </a:ext>
            </a:extLst>
          </p:cNvPr>
          <p:cNvSpPr>
            <a:spLocks noGrp="1"/>
          </p:cNvSpPr>
          <p:nvPr>
            <p:ph type="body" idx="27" hasCustomPrompt="1"/>
          </p:nvPr>
        </p:nvSpPr>
        <p:spPr>
          <a:xfrm>
            <a:off x="4332388" y="5110569"/>
            <a:ext cx="3529014" cy="1160827"/>
          </a:xfrm>
        </p:spPr>
        <p:txBody>
          <a:bodyPr wrap="square" lIns="216000" tIns="108000" rIns="216000" bIns="432000" anchor="t"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4DFBC427-6193-5C81-29BC-21AA2B356706}"/>
              </a:ext>
            </a:extLst>
          </p:cNvPr>
          <p:cNvSpPr/>
          <p:nvPr userDrawn="1"/>
        </p:nvSpPr>
        <p:spPr>
          <a:xfrm>
            <a:off x="4548387" y="3040016"/>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скругленные углы 12">
            <a:extLst>
              <a:ext uri="{FF2B5EF4-FFF2-40B4-BE49-F238E27FC236}">
                <a16:creationId xmlns:a16="http://schemas.microsoft.com/office/drawing/2014/main" id="{6AD06209-39CC-37A3-0C6C-C61609DA6DD8}"/>
              </a:ext>
            </a:extLst>
          </p:cNvPr>
          <p:cNvSpPr/>
          <p:nvPr userDrawn="1"/>
        </p:nvSpPr>
        <p:spPr>
          <a:xfrm>
            <a:off x="8075614" y="2821884"/>
            <a:ext cx="3529014" cy="3444976"/>
          </a:xfrm>
          <a:prstGeom prst="roundRect">
            <a:avLst>
              <a:gd name="adj" fmla="val 1192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6" name="Text Placeholder">
            <a:extLst>
              <a:ext uri="{FF2B5EF4-FFF2-40B4-BE49-F238E27FC236}">
                <a16:creationId xmlns:a16="http://schemas.microsoft.com/office/drawing/2014/main" id="{EE7DC29C-F151-A18B-F3B0-1A1792DE5AC6}"/>
              </a:ext>
            </a:extLst>
          </p:cNvPr>
          <p:cNvSpPr>
            <a:spLocks noGrp="1"/>
          </p:cNvSpPr>
          <p:nvPr>
            <p:ph type="body" idx="28" hasCustomPrompt="1"/>
          </p:nvPr>
        </p:nvSpPr>
        <p:spPr>
          <a:xfrm>
            <a:off x="8075614" y="3531466"/>
            <a:ext cx="3529014" cy="1551707"/>
          </a:xfrm>
        </p:spPr>
        <p:txBody>
          <a:bodyPr lIns="216000" tIns="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19" name="Subtitle Placeholder">
            <a:extLst>
              <a:ext uri="{FF2B5EF4-FFF2-40B4-BE49-F238E27FC236}">
                <a16:creationId xmlns:a16="http://schemas.microsoft.com/office/drawing/2014/main" id="{AE92AA9A-93EA-CE2A-648D-1CC056B73AB2}"/>
              </a:ext>
            </a:extLst>
          </p:cNvPr>
          <p:cNvSpPr>
            <a:spLocks noGrp="1"/>
          </p:cNvSpPr>
          <p:nvPr>
            <p:ph type="body" idx="29" hasCustomPrompt="1"/>
          </p:nvPr>
        </p:nvSpPr>
        <p:spPr>
          <a:xfrm>
            <a:off x="8075614" y="5108437"/>
            <a:ext cx="3529014" cy="1160827"/>
          </a:xfrm>
        </p:spPr>
        <p:txBody>
          <a:bodyPr wrap="square" lIns="216000" tIns="108000" rIns="216000" bIns="432000" anchor="t"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1" name="Овал 20">
            <a:extLst>
              <a:ext uri="{FF2B5EF4-FFF2-40B4-BE49-F238E27FC236}">
                <a16:creationId xmlns:a16="http://schemas.microsoft.com/office/drawing/2014/main" id="{F3AD9F34-D268-D14A-C152-DC35C48E21C8}"/>
              </a:ext>
            </a:extLst>
          </p:cNvPr>
          <p:cNvSpPr/>
          <p:nvPr userDrawn="1"/>
        </p:nvSpPr>
        <p:spPr>
          <a:xfrm>
            <a:off x="8291200" y="3037884"/>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5" name="Рисунок 24" descr="Стрелка вниз со сплошной заливкой">
            <a:extLst>
              <a:ext uri="{FF2B5EF4-FFF2-40B4-BE49-F238E27FC236}">
                <a16:creationId xmlns:a16="http://schemas.microsoft.com/office/drawing/2014/main" id="{6F581CF0-275C-70E6-802E-5A891316B84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8226090" y="3134816"/>
            <a:ext cx="562221" cy="238137"/>
          </a:xfrm>
          <a:prstGeom prst="rect">
            <a:avLst/>
          </a:prstGeom>
        </p:spPr>
      </p:pic>
      <p:pic>
        <p:nvPicPr>
          <p:cNvPr id="26" name="Рисунок 25" descr="Стрелка вниз со сплошной заливкой">
            <a:extLst>
              <a:ext uri="{FF2B5EF4-FFF2-40B4-BE49-F238E27FC236}">
                <a16:creationId xmlns:a16="http://schemas.microsoft.com/office/drawing/2014/main" id="{05571278-ACEE-FE8E-C3A5-11EA108413D6}"/>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8900000">
            <a:off x="4483277" y="3136948"/>
            <a:ext cx="562221" cy="238137"/>
          </a:xfrm>
          <a:prstGeom prst="rect">
            <a:avLst/>
          </a:prstGeom>
        </p:spPr>
      </p:pic>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r:embed="rId6">
            <a:extLst>
              <a:ext uri="{96DAC541-7B7A-43D3-8B79-37D633B846F1}">
                <asvg:svgBlip xmlns:asvg="http://schemas.microsoft.com/office/drawing/2016/SVG/main" r:embed="rId7"/>
              </a:ext>
            </a:extLst>
          </a:blip>
          <a:srcRect t="54542" b="3102"/>
          <a:stretch>
            <a:fillRect/>
          </a:stretch>
        </p:blipFill>
        <p:spPr>
          <a:xfrm rot="18900000">
            <a:off x="741099" y="3144809"/>
            <a:ext cx="562221" cy="238137"/>
          </a:xfrm>
          <a:prstGeom prst="rect">
            <a:avLst/>
          </a:prstGeom>
        </p:spPr>
      </p:pic>
      <p:sp>
        <p:nvSpPr>
          <p:cNvPr id="5" name="Заголовок 1">
            <a:extLst>
              <a:ext uri="{FF2B5EF4-FFF2-40B4-BE49-F238E27FC236}">
                <a16:creationId xmlns:a16="http://schemas.microsoft.com/office/drawing/2014/main" id="{7C98F59F-A6C9-2B50-6862-5346466525A4}"/>
              </a:ext>
            </a:extLst>
          </p:cNvPr>
          <p:cNvSpPr>
            <a:spLocks noGrp="1"/>
          </p:cNvSpPr>
          <p:nvPr>
            <p:ph type="title" hasCustomPrompt="1"/>
          </p:nvPr>
        </p:nvSpPr>
        <p:spPr>
          <a:xfrm>
            <a:off x="597207" y="1309407"/>
            <a:ext cx="7264195" cy="1329595"/>
          </a:xfrm>
          <a:prstGeom prst="rect">
            <a:avLst/>
          </a:prstGeom>
        </p:spPr>
        <p:txBody>
          <a:bodyPr vert="horz" wrap="square" lIns="0" tIns="0" rIns="0" bIns="0" rtlCol="0" anchor="ctr" anchorCtr="0">
            <a:noAutofit/>
          </a:bodyPr>
          <a:lstStyle>
            <a:lvl1pPr>
              <a:defRPr sz="4800"/>
            </a:lvl1pPr>
          </a:lstStyle>
          <a:p>
            <a:pPr lvl="0"/>
            <a:r>
              <a:rPr lang="en-US" dirty="0"/>
              <a:t>Click to edit Master text styles</a:t>
            </a:r>
            <a:endParaRPr lang="ru-RU" dirty="0"/>
          </a:p>
        </p:txBody>
      </p:sp>
      <p:sp>
        <p:nvSpPr>
          <p:cNvPr id="8" name="Ellipse">
            <a:extLst>
              <a:ext uri="{FF2B5EF4-FFF2-40B4-BE49-F238E27FC236}">
                <a16:creationId xmlns:a16="http://schemas.microsoft.com/office/drawing/2014/main" id="{02FABE68-D98C-B865-1E4E-339575F280A4}"/>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Ellipse">
            <a:extLst>
              <a:ext uri="{FF2B5EF4-FFF2-40B4-BE49-F238E27FC236}">
                <a16:creationId xmlns:a16="http://schemas.microsoft.com/office/drawing/2014/main" id="{0A0EB275-2511-BE54-B124-BB08057C5C3B}"/>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5A5F67B1-BD39-8C45-D33B-9E3AE3AFFF4C}"/>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Footer Placeholder">
            <a:extLst>
              <a:ext uri="{FF2B5EF4-FFF2-40B4-BE49-F238E27FC236}">
                <a16:creationId xmlns:a16="http://schemas.microsoft.com/office/drawing/2014/main" id="{AB80DB90-F401-A090-2022-8CC8A7F596A2}"/>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2908982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Text Boxes T22V2">
    <p:bg>
      <p:bgPr>
        <a:solidFill>
          <a:schemeClr val="tx1"/>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4" y="2826420"/>
            <a:ext cx="3529014" cy="3444976"/>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587374" y="3536002"/>
            <a:ext cx="3529014" cy="1551707"/>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587374" y="5112973"/>
            <a:ext cx="3529014" cy="1160827"/>
          </a:xfrm>
        </p:spPr>
        <p:txBody>
          <a:bodyPr wrap="square" lIns="216000" tIns="108000" rIns="216000" bIns="432000" anchor="t"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803374" y="3042420"/>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sp>
        <p:nvSpPr>
          <p:cNvPr id="2" name="Прямоугольник: скругленные углы 1">
            <a:extLst>
              <a:ext uri="{FF2B5EF4-FFF2-40B4-BE49-F238E27FC236}">
                <a16:creationId xmlns:a16="http://schemas.microsoft.com/office/drawing/2014/main" id="{C13FBD91-8212-E33A-A5EF-31D0448D8823}"/>
              </a:ext>
            </a:extLst>
          </p:cNvPr>
          <p:cNvSpPr/>
          <p:nvPr userDrawn="1"/>
        </p:nvSpPr>
        <p:spPr>
          <a:xfrm>
            <a:off x="4332388" y="2824016"/>
            <a:ext cx="3529014" cy="3444976"/>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hasCustomPrompt="1"/>
          </p:nvPr>
        </p:nvSpPr>
        <p:spPr>
          <a:xfrm>
            <a:off x="4332388" y="3533598"/>
            <a:ext cx="3529014" cy="1551707"/>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 name="Subtitle Placeholder">
            <a:extLst>
              <a:ext uri="{FF2B5EF4-FFF2-40B4-BE49-F238E27FC236}">
                <a16:creationId xmlns:a16="http://schemas.microsoft.com/office/drawing/2014/main" id="{DE994276-5754-DEDB-3904-703B3E9595A4}"/>
              </a:ext>
            </a:extLst>
          </p:cNvPr>
          <p:cNvSpPr>
            <a:spLocks noGrp="1"/>
          </p:cNvSpPr>
          <p:nvPr>
            <p:ph type="body" idx="27" hasCustomPrompt="1"/>
          </p:nvPr>
        </p:nvSpPr>
        <p:spPr>
          <a:xfrm>
            <a:off x="4332388" y="5110569"/>
            <a:ext cx="3529014" cy="1160827"/>
          </a:xfrm>
        </p:spPr>
        <p:txBody>
          <a:bodyPr wrap="square" lIns="216000" tIns="108000" rIns="216000" bIns="432000" anchor="t"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4DFBC427-6193-5C81-29BC-21AA2B356706}"/>
              </a:ext>
            </a:extLst>
          </p:cNvPr>
          <p:cNvSpPr/>
          <p:nvPr userDrawn="1"/>
        </p:nvSpPr>
        <p:spPr>
          <a:xfrm>
            <a:off x="4548387" y="3040016"/>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скругленные углы 12">
            <a:extLst>
              <a:ext uri="{FF2B5EF4-FFF2-40B4-BE49-F238E27FC236}">
                <a16:creationId xmlns:a16="http://schemas.microsoft.com/office/drawing/2014/main" id="{6AD06209-39CC-37A3-0C6C-C61609DA6DD8}"/>
              </a:ext>
            </a:extLst>
          </p:cNvPr>
          <p:cNvSpPr/>
          <p:nvPr userDrawn="1"/>
        </p:nvSpPr>
        <p:spPr>
          <a:xfrm>
            <a:off x="8075614" y="2821884"/>
            <a:ext cx="3529014" cy="3444976"/>
          </a:xfrm>
          <a:prstGeom prst="roundRect">
            <a:avLst>
              <a:gd name="adj" fmla="val 1192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6" name="Text Placeholder">
            <a:extLst>
              <a:ext uri="{FF2B5EF4-FFF2-40B4-BE49-F238E27FC236}">
                <a16:creationId xmlns:a16="http://schemas.microsoft.com/office/drawing/2014/main" id="{EE7DC29C-F151-A18B-F3B0-1A1792DE5AC6}"/>
              </a:ext>
            </a:extLst>
          </p:cNvPr>
          <p:cNvSpPr>
            <a:spLocks noGrp="1"/>
          </p:cNvSpPr>
          <p:nvPr>
            <p:ph type="body" idx="28" hasCustomPrompt="1"/>
          </p:nvPr>
        </p:nvSpPr>
        <p:spPr>
          <a:xfrm>
            <a:off x="8075614" y="3531466"/>
            <a:ext cx="3529014" cy="1551707"/>
          </a:xfrm>
        </p:spPr>
        <p:txBody>
          <a:bodyPr lIns="216000" tIns="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19" name="Subtitle Placeholder">
            <a:extLst>
              <a:ext uri="{FF2B5EF4-FFF2-40B4-BE49-F238E27FC236}">
                <a16:creationId xmlns:a16="http://schemas.microsoft.com/office/drawing/2014/main" id="{AE92AA9A-93EA-CE2A-648D-1CC056B73AB2}"/>
              </a:ext>
            </a:extLst>
          </p:cNvPr>
          <p:cNvSpPr>
            <a:spLocks noGrp="1"/>
          </p:cNvSpPr>
          <p:nvPr>
            <p:ph type="body" idx="29" hasCustomPrompt="1"/>
          </p:nvPr>
        </p:nvSpPr>
        <p:spPr>
          <a:xfrm>
            <a:off x="8075614" y="5108437"/>
            <a:ext cx="3529014" cy="1160827"/>
          </a:xfrm>
        </p:spPr>
        <p:txBody>
          <a:bodyPr wrap="square" lIns="216000" tIns="108000" rIns="216000" bIns="432000" anchor="t"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1" name="Овал 20">
            <a:extLst>
              <a:ext uri="{FF2B5EF4-FFF2-40B4-BE49-F238E27FC236}">
                <a16:creationId xmlns:a16="http://schemas.microsoft.com/office/drawing/2014/main" id="{F3AD9F34-D268-D14A-C152-DC35C48E21C8}"/>
              </a:ext>
            </a:extLst>
          </p:cNvPr>
          <p:cNvSpPr/>
          <p:nvPr userDrawn="1"/>
        </p:nvSpPr>
        <p:spPr>
          <a:xfrm>
            <a:off x="8291200" y="3037884"/>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5" name="Рисунок 24" descr="Стрелка вниз со сплошной заливкой">
            <a:extLst>
              <a:ext uri="{FF2B5EF4-FFF2-40B4-BE49-F238E27FC236}">
                <a16:creationId xmlns:a16="http://schemas.microsoft.com/office/drawing/2014/main" id="{6F581CF0-275C-70E6-802E-5A891316B84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8226090" y="3134816"/>
            <a:ext cx="562221" cy="238137"/>
          </a:xfrm>
          <a:prstGeom prst="rect">
            <a:avLst/>
          </a:prstGeom>
        </p:spPr>
      </p:pic>
      <p:pic>
        <p:nvPicPr>
          <p:cNvPr id="26" name="Рисунок 25" descr="Стрелка вниз со сплошной заливкой">
            <a:extLst>
              <a:ext uri="{FF2B5EF4-FFF2-40B4-BE49-F238E27FC236}">
                <a16:creationId xmlns:a16="http://schemas.microsoft.com/office/drawing/2014/main" id="{05571278-ACEE-FE8E-C3A5-11EA108413D6}"/>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8900000">
            <a:off x="4483277" y="3136948"/>
            <a:ext cx="562221" cy="238137"/>
          </a:xfrm>
          <a:prstGeom prst="rect">
            <a:avLst/>
          </a:prstGeom>
        </p:spPr>
      </p:pic>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r:embed="rId6">
            <a:extLst>
              <a:ext uri="{96DAC541-7B7A-43D3-8B79-37D633B846F1}">
                <asvg:svgBlip xmlns:asvg="http://schemas.microsoft.com/office/drawing/2016/SVG/main" r:embed="rId7"/>
              </a:ext>
            </a:extLst>
          </a:blip>
          <a:srcRect t="54542" b="3102"/>
          <a:stretch>
            <a:fillRect/>
          </a:stretch>
        </p:blipFill>
        <p:spPr>
          <a:xfrm rot="18900000">
            <a:off x="741099" y="3144809"/>
            <a:ext cx="562221" cy="238137"/>
          </a:xfrm>
          <a:prstGeom prst="rect">
            <a:avLst/>
          </a:prstGeom>
        </p:spPr>
      </p:pic>
      <p:sp>
        <p:nvSpPr>
          <p:cNvPr id="5" name="Ellipse">
            <a:extLst>
              <a:ext uri="{FF2B5EF4-FFF2-40B4-BE49-F238E27FC236}">
                <a16:creationId xmlns:a16="http://schemas.microsoft.com/office/drawing/2014/main" id="{76BA7447-FE4E-4DD0-5B02-6CF976F4A383}"/>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3629BEBA-D428-34F3-1197-82EC2B0152D8}"/>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A78E251C-9D57-E84C-0678-1A16A31D6679}"/>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Заголовок 1">
            <a:extLst>
              <a:ext uri="{FF2B5EF4-FFF2-40B4-BE49-F238E27FC236}">
                <a16:creationId xmlns:a16="http://schemas.microsoft.com/office/drawing/2014/main" id="{64CF675D-87C5-D15D-9359-F95636F7CF7C}"/>
              </a:ext>
            </a:extLst>
          </p:cNvPr>
          <p:cNvSpPr>
            <a:spLocks noGrp="1"/>
          </p:cNvSpPr>
          <p:nvPr>
            <p:ph type="title" hasCustomPrompt="1"/>
          </p:nvPr>
        </p:nvSpPr>
        <p:spPr>
          <a:xfrm>
            <a:off x="597207" y="1309407"/>
            <a:ext cx="7264195" cy="1329595"/>
          </a:xfrm>
          <a:prstGeom prst="rect">
            <a:avLst/>
          </a:prstGeom>
        </p:spPr>
        <p:txBody>
          <a:bodyPr vert="horz" wrap="square" lIns="0" tIns="0" rIns="0" bIns="0" rtlCol="0" anchor="ctr" anchorCtr="0">
            <a:noAutofit/>
          </a:bodyPr>
          <a:lstStyle>
            <a:lvl1pPr>
              <a:defRPr sz="4800">
                <a:solidFill>
                  <a:schemeClr val="bg1"/>
                </a:solidFill>
              </a:defRPr>
            </a:lvl1pPr>
          </a:lstStyle>
          <a:p>
            <a:pPr lvl="0"/>
            <a:r>
              <a:rPr lang="en-US" dirty="0"/>
              <a:t>Click to edit Master text styles</a:t>
            </a:r>
            <a:endParaRPr lang="ru-RU" dirty="0"/>
          </a:p>
        </p:txBody>
      </p:sp>
      <p:sp>
        <p:nvSpPr>
          <p:cNvPr id="9" name="Footer Placeholder">
            <a:extLst>
              <a:ext uri="{FF2B5EF4-FFF2-40B4-BE49-F238E27FC236}">
                <a16:creationId xmlns:a16="http://schemas.microsoft.com/office/drawing/2014/main" id="{F7AD9B8B-B292-E543-D3A0-E11810E5BCFA}"/>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775696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Text Boxes T22V3">
    <p:bg>
      <p:bgPr>
        <a:solidFill>
          <a:schemeClr val="tx1"/>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4" y="2826420"/>
            <a:ext cx="2592389" cy="3444976"/>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587374" y="3536002"/>
            <a:ext cx="2592000" cy="1551707"/>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587374" y="5112973"/>
            <a:ext cx="2592000" cy="1160827"/>
          </a:xfrm>
        </p:spPr>
        <p:txBody>
          <a:bodyPr wrap="square" lIns="216000" tIns="108000" rIns="216000" bIns="432000" anchor="t"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803374" y="3042420"/>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sp>
        <p:nvSpPr>
          <p:cNvPr id="2" name="Прямоугольник: скругленные углы 1">
            <a:extLst>
              <a:ext uri="{FF2B5EF4-FFF2-40B4-BE49-F238E27FC236}">
                <a16:creationId xmlns:a16="http://schemas.microsoft.com/office/drawing/2014/main" id="{C13FBD91-8212-E33A-A5EF-31D0448D8823}"/>
              </a:ext>
            </a:extLst>
          </p:cNvPr>
          <p:cNvSpPr/>
          <p:nvPr userDrawn="1"/>
        </p:nvSpPr>
        <p:spPr>
          <a:xfrm>
            <a:off x="3396050" y="2824016"/>
            <a:ext cx="2592000" cy="3444976"/>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hasCustomPrompt="1"/>
          </p:nvPr>
        </p:nvSpPr>
        <p:spPr>
          <a:xfrm>
            <a:off x="3396050" y="3533598"/>
            <a:ext cx="2592000" cy="1551707"/>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 name="Subtitle Placeholder">
            <a:extLst>
              <a:ext uri="{FF2B5EF4-FFF2-40B4-BE49-F238E27FC236}">
                <a16:creationId xmlns:a16="http://schemas.microsoft.com/office/drawing/2014/main" id="{DE994276-5754-DEDB-3904-703B3E9595A4}"/>
              </a:ext>
            </a:extLst>
          </p:cNvPr>
          <p:cNvSpPr>
            <a:spLocks noGrp="1"/>
          </p:cNvSpPr>
          <p:nvPr>
            <p:ph type="body" idx="27" hasCustomPrompt="1"/>
          </p:nvPr>
        </p:nvSpPr>
        <p:spPr>
          <a:xfrm>
            <a:off x="3396050" y="5110569"/>
            <a:ext cx="2592000" cy="1160827"/>
          </a:xfrm>
        </p:spPr>
        <p:txBody>
          <a:bodyPr wrap="square" lIns="216000" tIns="108000" rIns="216000" bIns="432000" anchor="t"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4DFBC427-6193-5C81-29BC-21AA2B356706}"/>
              </a:ext>
            </a:extLst>
          </p:cNvPr>
          <p:cNvSpPr/>
          <p:nvPr userDrawn="1"/>
        </p:nvSpPr>
        <p:spPr>
          <a:xfrm>
            <a:off x="3612049" y="3040016"/>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скругленные углы 12">
            <a:extLst>
              <a:ext uri="{FF2B5EF4-FFF2-40B4-BE49-F238E27FC236}">
                <a16:creationId xmlns:a16="http://schemas.microsoft.com/office/drawing/2014/main" id="{6AD06209-39CC-37A3-0C6C-C61609DA6DD8}"/>
              </a:ext>
            </a:extLst>
          </p:cNvPr>
          <p:cNvSpPr/>
          <p:nvPr userDrawn="1"/>
        </p:nvSpPr>
        <p:spPr>
          <a:xfrm>
            <a:off x="6204338" y="2821884"/>
            <a:ext cx="2592000" cy="3444976"/>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6" name="Text Placeholder">
            <a:extLst>
              <a:ext uri="{FF2B5EF4-FFF2-40B4-BE49-F238E27FC236}">
                <a16:creationId xmlns:a16="http://schemas.microsoft.com/office/drawing/2014/main" id="{EE7DC29C-F151-A18B-F3B0-1A1792DE5AC6}"/>
              </a:ext>
            </a:extLst>
          </p:cNvPr>
          <p:cNvSpPr>
            <a:spLocks noGrp="1"/>
          </p:cNvSpPr>
          <p:nvPr>
            <p:ph type="body" idx="28" hasCustomPrompt="1"/>
          </p:nvPr>
        </p:nvSpPr>
        <p:spPr>
          <a:xfrm>
            <a:off x="6204338" y="3531466"/>
            <a:ext cx="2592000" cy="1551707"/>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19" name="Subtitle Placeholder">
            <a:extLst>
              <a:ext uri="{FF2B5EF4-FFF2-40B4-BE49-F238E27FC236}">
                <a16:creationId xmlns:a16="http://schemas.microsoft.com/office/drawing/2014/main" id="{AE92AA9A-93EA-CE2A-648D-1CC056B73AB2}"/>
              </a:ext>
            </a:extLst>
          </p:cNvPr>
          <p:cNvSpPr>
            <a:spLocks noGrp="1"/>
          </p:cNvSpPr>
          <p:nvPr>
            <p:ph type="body" idx="29" hasCustomPrompt="1"/>
          </p:nvPr>
        </p:nvSpPr>
        <p:spPr>
          <a:xfrm>
            <a:off x="6204338" y="5108437"/>
            <a:ext cx="2592000" cy="1160827"/>
          </a:xfrm>
        </p:spPr>
        <p:txBody>
          <a:bodyPr wrap="square" lIns="216000" tIns="108000" rIns="216000" bIns="432000" anchor="t"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1" name="Овал 20">
            <a:extLst>
              <a:ext uri="{FF2B5EF4-FFF2-40B4-BE49-F238E27FC236}">
                <a16:creationId xmlns:a16="http://schemas.microsoft.com/office/drawing/2014/main" id="{F3AD9F34-D268-D14A-C152-DC35C48E21C8}"/>
              </a:ext>
            </a:extLst>
          </p:cNvPr>
          <p:cNvSpPr/>
          <p:nvPr userDrawn="1"/>
        </p:nvSpPr>
        <p:spPr>
          <a:xfrm>
            <a:off x="6419924" y="3037884"/>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5" name="Рисунок 24" descr="Стрелка вниз со сплошной заливкой">
            <a:extLst>
              <a:ext uri="{FF2B5EF4-FFF2-40B4-BE49-F238E27FC236}">
                <a16:creationId xmlns:a16="http://schemas.microsoft.com/office/drawing/2014/main" id="{6F581CF0-275C-70E6-802E-5A891316B84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6354814" y="3134816"/>
            <a:ext cx="562221" cy="238137"/>
          </a:xfrm>
          <a:prstGeom prst="rect">
            <a:avLst/>
          </a:prstGeom>
        </p:spPr>
      </p:pic>
      <p:pic>
        <p:nvPicPr>
          <p:cNvPr id="26" name="Рисунок 25" descr="Стрелка вниз со сплошной заливкой">
            <a:extLst>
              <a:ext uri="{FF2B5EF4-FFF2-40B4-BE49-F238E27FC236}">
                <a16:creationId xmlns:a16="http://schemas.microsoft.com/office/drawing/2014/main" id="{05571278-ACEE-FE8E-C3A5-11EA108413D6}"/>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8900000">
            <a:off x="3546939" y="3136948"/>
            <a:ext cx="562221" cy="238137"/>
          </a:xfrm>
          <a:prstGeom prst="rect">
            <a:avLst/>
          </a:prstGeom>
        </p:spPr>
      </p:pic>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741099" y="3144809"/>
            <a:ext cx="562221" cy="238137"/>
          </a:xfrm>
          <a:prstGeom prst="rect">
            <a:avLst/>
          </a:prstGeom>
        </p:spPr>
      </p:pic>
      <p:sp>
        <p:nvSpPr>
          <p:cNvPr id="5" name="Ellipse">
            <a:extLst>
              <a:ext uri="{FF2B5EF4-FFF2-40B4-BE49-F238E27FC236}">
                <a16:creationId xmlns:a16="http://schemas.microsoft.com/office/drawing/2014/main" id="{76BA7447-FE4E-4DD0-5B02-6CF976F4A383}"/>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3629BEBA-D428-34F3-1197-82EC2B0152D8}"/>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A78E251C-9D57-E84C-0678-1A16A31D6679}"/>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 name="Рисунок 19">
            <a:extLst>
              <a:ext uri="{FF2B5EF4-FFF2-40B4-BE49-F238E27FC236}">
                <a16:creationId xmlns:a16="http://schemas.microsoft.com/office/drawing/2014/main" id="{692994B1-08B1-95C7-8973-C7F0D154A648}"/>
              </a:ext>
            </a:extLst>
          </p:cNvPr>
          <p:cNvSpPr>
            <a:spLocks noGrp="1"/>
          </p:cNvSpPr>
          <p:nvPr>
            <p:ph type="pic" sz="quarter" idx="30"/>
          </p:nvPr>
        </p:nvSpPr>
        <p:spPr>
          <a:xfrm>
            <a:off x="9012237" y="1329406"/>
            <a:ext cx="2592387" cy="4937453"/>
          </a:xfrm>
          <a:prstGeom prst="roundRect">
            <a:avLst>
              <a:gd name="adj" fmla="val 15843"/>
            </a:avLst>
          </a:prstGeom>
        </p:spPr>
        <p:txBody>
          <a:bodyPr/>
          <a:lstStyle/>
          <a:p>
            <a:endParaRPr lang="ru-RU"/>
          </a:p>
        </p:txBody>
      </p:sp>
      <p:sp>
        <p:nvSpPr>
          <p:cNvPr id="8" name="Заголовок 1">
            <a:extLst>
              <a:ext uri="{FF2B5EF4-FFF2-40B4-BE49-F238E27FC236}">
                <a16:creationId xmlns:a16="http://schemas.microsoft.com/office/drawing/2014/main" id="{34F29250-07FA-802E-8D18-56AF4523E948}"/>
              </a:ext>
            </a:extLst>
          </p:cNvPr>
          <p:cNvSpPr>
            <a:spLocks noGrp="1"/>
          </p:cNvSpPr>
          <p:nvPr>
            <p:ph type="title" hasCustomPrompt="1"/>
          </p:nvPr>
        </p:nvSpPr>
        <p:spPr>
          <a:xfrm>
            <a:off x="597207" y="1309407"/>
            <a:ext cx="8199131" cy="1329595"/>
          </a:xfrm>
          <a:prstGeom prst="rect">
            <a:avLst/>
          </a:prstGeom>
        </p:spPr>
        <p:txBody>
          <a:bodyPr vert="horz" wrap="square" lIns="0" tIns="0" rIns="0" bIns="0" rtlCol="0" anchor="ctr" anchorCtr="0">
            <a:noAutofit/>
          </a:bodyPr>
          <a:lstStyle>
            <a:lvl1pPr>
              <a:defRPr sz="4800">
                <a:solidFill>
                  <a:schemeClr val="bg1"/>
                </a:solidFill>
              </a:defRPr>
            </a:lvl1pPr>
          </a:lstStyle>
          <a:p>
            <a:pPr lvl="0"/>
            <a:r>
              <a:rPr lang="en-US" dirty="0"/>
              <a:t>Click to edit Master text styles</a:t>
            </a:r>
            <a:endParaRPr lang="ru-RU" dirty="0"/>
          </a:p>
        </p:txBody>
      </p:sp>
      <p:sp>
        <p:nvSpPr>
          <p:cNvPr id="9" name="Footer Placeholder">
            <a:extLst>
              <a:ext uri="{FF2B5EF4-FFF2-40B4-BE49-F238E27FC236}">
                <a16:creationId xmlns:a16="http://schemas.microsoft.com/office/drawing/2014/main" id="{3D3FDF83-1E42-300B-4B0C-28BE770A139B}"/>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9104238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Text Boxes T23V1">
    <p:bg>
      <p:bgPr>
        <a:solidFill>
          <a:schemeClr val="bg1"/>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4" y="2821884"/>
            <a:ext cx="2592389" cy="3444976"/>
          </a:xfrm>
          <a:prstGeom prst="roundRect">
            <a:avLst>
              <a:gd name="adj" fmla="val 1436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587374" y="3536002"/>
            <a:ext cx="2592000" cy="1551707"/>
          </a:xfrm>
        </p:spPr>
        <p:txBody>
          <a:bodyPr lIns="216000" tIns="0" rIns="216000" bIns="0" anchor="b" anchorCtr="0">
            <a:noAutofit/>
          </a:bodyPr>
          <a:lstStyle>
            <a:lvl1pPr marL="0" indent="0" algn="l">
              <a:buNone/>
              <a:defRPr sz="135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587374" y="5112973"/>
            <a:ext cx="2592000" cy="1160827"/>
          </a:xfrm>
        </p:spPr>
        <p:txBody>
          <a:bodyPr wrap="square" lIns="216000" tIns="108000" rIns="216000" bIns="432000" anchor="t" anchorCtr="0">
            <a:spAutoFit/>
          </a:bodyPr>
          <a:lstStyle>
            <a:lvl1pPr marL="0" indent="0" algn="l">
              <a:buNone/>
              <a:defRPr sz="2000" b="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803374" y="3042420"/>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2" name="Прямоугольник: скругленные углы 1">
            <a:extLst>
              <a:ext uri="{FF2B5EF4-FFF2-40B4-BE49-F238E27FC236}">
                <a16:creationId xmlns:a16="http://schemas.microsoft.com/office/drawing/2014/main" id="{C13FBD91-8212-E33A-A5EF-31D0448D8823}"/>
              </a:ext>
            </a:extLst>
          </p:cNvPr>
          <p:cNvSpPr/>
          <p:nvPr userDrawn="1"/>
        </p:nvSpPr>
        <p:spPr>
          <a:xfrm>
            <a:off x="3396050" y="2821884"/>
            <a:ext cx="2592000" cy="3444976"/>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hasCustomPrompt="1"/>
          </p:nvPr>
        </p:nvSpPr>
        <p:spPr>
          <a:xfrm>
            <a:off x="3396050" y="3533598"/>
            <a:ext cx="2592000" cy="1551707"/>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 name="Subtitle Placeholder">
            <a:extLst>
              <a:ext uri="{FF2B5EF4-FFF2-40B4-BE49-F238E27FC236}">
                <a16:creationId xmlns:a16="http://schemas.microsoft.com/office/drawing/2014/main" id="{DE994276-5754-DEDB-3904-703B3E9595A4}"/>
              </a:ext>
            </a:extLst>
          </p:cNvPr>
          <p:cNvSpPr>
            <a:spLocks noGrp="1"/>
          </p:cNvSpPr>
          <p:nvPr>
            <p:ph type="body" idx="27" hasCustomPrompt="1"/>
          </p:nvPr>
        </p:nvSpPr>
        <p:spPr>
          <a:xfrm>
            <a:off x="3396050" y="5110569"/>
            <a:ext cx="2592000" cy="1160827"/>
          </a:xfrm>
        </p:spPr>
        <p:txBody>
          <a:bodyPr wrap="square" lIns="216000" tIns="108000" rIns="216000" bIns="432000" anchor="t"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4DFBC427-6193-5C81-29BC-21AA2B356706}"/>
              </a:ext>
            </a:extLst>
          </p:cNvPr>
          <p:cNvSpPr/>
          <p:nvPr userDrawn="1"/>
        </p:nvSpPr>
        <p:spPr>
          <a:xfrm>
            <a:off x="3612049" y="3040016"/>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скругленные углы 12">
            <a:extLst>
              <a:ext uri="{FF2B5EF4-FFF2-40B4-BE49-F238E27FC236}">
                <a16:creationId xmlns:a16="http://schemas.microsoft.com/office/drawing/2014/main" id="{6AD06209-39CC-37A3-0C6C-C61609DA6DD8}"/>
              </a:ext>
            </a:extLst>
          </p:cNvPr>
          <p:cNvSpPr/>
          <p:nvPr userDrawn="1"/>
        </p:nvSpPr>
        <p:spPr>
          <a:xfrm>
            <a:off x="6204338" y="2821884"/>
            <a:ext cx="2592000" cy="3444976"/>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6" name="Text Placeholder">
            <a:extLst>
              <a:ext uri="{FF2B5EF4-FFF2-40B4-BE49-F238E27FC236}">
                <a16:creationId xmlns:a16="http://schemas.microsoft.com/office/drawing/2014/main" id="{EE7DC29C-F151-A18B-F3B0-1A1792DE5AC6}"/>
              </a:ext>
            </a:extLst>
          </p:cNvPr>
          <p:cNvSpPr>
            <a:spLocks noGrp="1"/>
          </p:cNvSpPr>
          <p:nvPr>
            <p:ph type="body" idx="28" hasCustomPrompt="1"/>
          </p:nvPr>
        </p:nvSpPr>
        <p:spPr>
          <a:xfrm>
            <a:off x="6204338" y="3531466"/>
            <a:ext cx="2592000" cy="1551707"/>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19" name="Subtitle Placeholder">
            <a:extLst>
              <a:ext uri="{FF2B5EF4-FFF2-40B4-BE49-F238E27FC236}">
                <a16:creationId xmlns:a16="http://schemas.microsoft.com/office/drawing/2014/main" id="{AE92AA9A-93EA-CE2A-648D-1CC056B73AB2}"/>
              </a:ext>
            </a:extLst>
          </p:cNvPr>
          <p:cNvSpPr>
            <a:spLocks noGrp="1"/>
          </p:cNvSpPr>
          <p:nvPr>
            <p:ph type="body" idx="29" hasCustomPrompt="1"/>
          </p:nvPr>
        </p:nvSpPr>
        <p:spPr>
          <a:xfrm>
            <a:off x="6204338" y="5108437"/>
            <a:ext cx="2592000" cy="1160827"/>
          </a:xfrm>
        </p:spPr>
        <p:txBody>
          <a:bodyPr wrap="square" lIns="216000" tIns="108000" rIns="216000" bIns="432000" anchor="t"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1" name="Овал 20">
            <a:extLst>
              <a:ext uri="{FF2B5EF4-FFF2-40B4-BE49-F238E27FC236}">
                <a16:creationId xmlns:a16="http://schemas.microsoft.com/office/drawing/2014/main" id="{F3AD9F34-D268-D14A-C152-DC35C48E21C8}"/>
              </a:ext>
            </a:extLst>
          </p:cNvPr>
          <p:cNvSpPr/>
          <p:nvPr userDrawn="1"/>
        </p:nvSpPr>
        <p:spPr>
          <a:xfrm>
            <a:off x="6419924" y="3037884"/>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5" name="Рисунок 24" descr="Стрелка вниз со сплошной заливкой">
            <a:extLst>
              <a:ext uri="{FF2B5EF4-FFF2-40B4-BE49-F238E27FC236}">
                <a16:creationId xmlns:a16="http://schemas.microsoft.com/office/drawing/2014/main" id="{6F581CF0-275C-70E6-802E-5A891316B84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6354814" y="3134816"/>
            <a:ext cx="562221" cy="238137"/>
          </a:xfrm>
          <a:prstGeom prst="rect">
            <a:avLst/>
          </a:prstGeom>
        </p:spPr>
      </p:pic>
      <p:pic>
        <p:nvPicPr>
          <p:cNvPr id="26" name="Рисунок 25" descr="Стрелка вниз со сплошной заливкой">
            <a:extLst>
              <a:ext uri="{FF2B5EF4-FFF2-40B4-BE49-F238E27FC236}">
                <a16:creationId xmlns:a16="http://schemas.microsoft.com/office/drawing/2014/main" id="{05571278-ACEE-FE8E-C3A5-11EA108413D6}"/>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8900000">
            <a:off x="3546939" y="3136948"/>
            <a:ext cx="562221" cy="238137"/>
          </a:xfrm>
          <a:prstGeom prst="rect">
            <a:avLst/>
          </a:prstGeom>
        </p:spPr>
      </p:pic>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r:embed="rId6">
            <a:extLst>
              <a:ext uri="{96DAC541-7B7A-43D3-8B79-37D633B846F1}">
                <asvg:svgBlip xmlns:asvg="http://schemas.microsoft.com/office/drawing/2016/SVG/main" r:embed="rId7"/>
              </a:ext>
            </a:extLst>
          </a:blip>
          <a:srcRect t="54542" b="3102"/>
          <a:stretch>
            <a:fillRect/>
          </a:stretch>
        </p:blipFill>
        <p:spPr>
          <a:xfrm rot="18900000">
            <a:off x="741099" y="3144809"/>
            <a:ext cx="562221" cy="238137"/>
          </a:xfrm>
          <a:prstGeom prst="rect">
            <a:avLst/>
          </a:prstGeom>
        </p:spPr>
      </p:pic>
      <p:sp>
        <p:nvSpPr>
          <p:cNvPr id="8" name="Прямоугольник: скругленные углы 7">
            <a:extLst>
              <a:ext uri="{FF2B5EF4-FFF2-40B4-BE49-F238E27FC236}">
                <a16:creationId xmlns:a16="http://schemas.microsoft.com/office/drawing/2014/main" id="{6C7E7DC4-A870-EFF2-4115-2C6ECE6EECA0}"/>
              </a:ext>
            </a:extLst>
          </p:cNvPr>
          <p:cNvSpPr/>
          <p:nvPr userDrawn="1"/>
        </p:nvSpPr>
        <p:spPr>
          <a:xfrm>
            <a:off x="9012626" y="2821884"/>
            <a:ext cx="2592000" cy="3444976"/>
          </a:xfrm>
          <a:prstGeom prst="roundRect">
            <a:avLst>
              <a:gd name="adj" fmla="val 1517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1" name="Text Placeholder">
            <a:extLst>
              <a:ext uri="{FF2B5EF4-FFF2-40B4-BE49-F238E27FC236}">
                <a16:creationId xmlns:a16="http://schemas.microsoft.com/office/drawing/2014/main" id="{717AFB13-303D-6B58-50E4-A058BCA792D5}"/>
              </a:ext>
            </a:extLst>
          </p:cNvPr>
          <p:cNvSpPr>
            <a:spLocks noGrp="1"/>
          </p:cNvSpPr>
          <p:nvPr>
            <p:ph type="body" idx="30" hasCustomPrompt="1"/>
          </p:nvPr>
        </p:nvSpPr>
        <p:spPr>
          <a:xfrm>
            <a:off x="9012626" y="3531466"/>
            <a:ext cx="2592000" cy="1551707"/>
          </a:xfrm>
        </p:spPr>
        <p:txBody>
          <a:bodyPr lIns="216000" tIns="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14" name="Subtitle Placeholder">
            <a:extLst>
              <a:ext uri="{FF2B5EF4-FFF2-40B4-BE49-F238E27FC236}">
                <a16:creationId xmlns:a16="http://schemas.microsoft.com/office/drawing/2014/main" id="{EA079BD7-953E-431E-CB75-CD0B6B694354}"/>
              </a:ext>
            </a:extLst>
          </p:cNvPr>
          <p:cNvSpPr>
            <a:spLocks noGrp="1"/>
          </p:cNvSpPr>
          <p:nvPr>
            <p:ph type="body" idx="31" hasCustomPrompt="1"/>
          </p:nvPr>
        </p:nvSpPr>
        <p:spPr>
          <a:xfrm>
            <a:off x="9012626" y="5108437"/>
            <a:ext cx="2592000" cy="1160827"/>
          </a:xfrm>
        </p:spPr>
        <p:txBody>
          <a:bodyPr wrap="square" lIns="216000" tIns="108000" rIns="216000" bIns="432000" anchor="t"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0" name="Овал 19">
            <a:extLst>
              <a:ext uri="{FF2B5EF4-FFF2-40B4-BE49-F238E27FC236}">
                <a16:creationId xmlns:a16="http://schemas.microsoft.com/office/drawing/2014/main" id="{111942E4-525D-1043-3107-E580A8906781}"/>
              </a:ext>
            </a:extLst>
          </p:cNvPr>
          <p:cNvSpPr/>
          <p:nvPr userDrawn="1"/>
        </p:nvSpPr>
        <p:spPr>
          <a:xfrm>
            <a:off x="9228212" y="3037884"/>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2" name="Рисунок 21" descr="Стрелка вниз со сплошной заливкой">
            <a:extLst>
              <a:ext uri="{FF2B5EF4-FFF2-40B4-BE49-F238E27FC236}">
                <a16:creationId xmlns:a16="http://schemas.microsoft.com/office/drawing/2014/main" id="{E4F46635-297D-2459-5CE2-7E0D8B0F967D}"/>
              </a:ext>
            </a:extLst>
          </p:cNvPr>
          <p:cNvPicPr>
            <a:picLocks noChangeAspect="1"/>
          </p:cNvPicPr>
          <p:nvPr userDrawn="1"/>
        </p:nvPicPr>
        <p:blipFill>
          <a:blip r:embed="rId8">
            <a:extLst>
              <a:ext uri="{96DAC541-7B7A-43D3-8B79-37D633B846F1}">
                <asvg:svgBlip xmlns:asvg="http://schemas.microsoft.com/office/drawing/2016/SVG/main" r:embed="rId9"/>
              </a:ext>
            </a:extLst>
          </a:blip>
          <a:srcRect t="54542" b="3102"/>
          <a:stretch>
            <a:fillRect/>
          </a:stretch>
        </p:blipFill>
        <p:spPr>
          <a:xfrm rot="18900000">
            <a:off x="9163102" y="3134816"/>
            <a:ext cx="562221" cy="238137"/>
          </a:xfrm>
          <a:prstGeom prst="rect">
            <a:avLst/>
          </a:prstGeom>
        </p:spPr>
      </p:pic>
      <p:sp>
        <p:nvSpPr>
          <p:cNvPr id="37" name="Ellipse">
            <a:extLst>
              <a:ext uri="{FF2B5EF4-FFF2-40B4-BE49-F238E27FC236}">
                <a16:creationId xmlns:a16="http://schemas.microsoft.com/office/drawing/2014/main" id="{C05560EF-2345-B486-A091-FDFE714EE42D}"/>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8" name="Ellipse">
            <a:extLst>
              <a:ext uri="{FF2B5EF4-FFF2-40B4-BE49-F238E27FC236}">
                <a16:creationId xmlns:a16="http://schemas.microsoft.com/office/drawing/2014/main" id="{89225EC7-072A-9C93-86A0-DEE997736161}"/>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Ellipse">
            <a:extLst>
              <a:ext uri="{FF2B5EF4-FFF2-40B4-BE49-F238E27FC236}">
                <a16:creationId xmlns:a16="http://schemas.microsoft.com/office/drawing/2014/main" id="{A0FC4BD6-8449-6A1D-68B2-88650DB63038}"/>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Заголовок 1">
            <a:extLst>
              <a:ext uri="{FF2B5EF4-FFF2-40B4-BE49-F238E27FC236}">
                <a16:creationId xmlns:a16="http://schemas.microsoft.com/office/drawing/2014/main" id="{E2916C3F-9193-0926-BD54-6E3A75179BBE}"/>
              </a:ext>
            </a:extLst>
          </p:cNvPr>
          <p:cNvSpPr>
            <a:spLocks noGrp="1"/>
          </p:cNvSpPr>
          <p:nvPr>
            <p:ph type="title" hasCustomPrompt="1"/>
          </p:nvPr>
        </p:nvSpPr>
        <p:spPr>
          <a:xfrm>
            <a:off x="597207" y="1309407"/>
            <a:ext cx="11007419" cy="1329595"/>
          </a:xfrm>
          <a:prstGeom prst="rect">
            <a:avLst/>
          </a:prstGeom>
        </p:spPr>
        <p:txBody>
          <a:bodyPr vert="horz" wrap="square" lIns="0" tIns="0" rIns="0" bIns="0" rtlCol="0" anchor="ctr" anchorCtr="0">
            <a:noAutofit/>
          </a:bodyPr>
          <a:lstStyle>
            <a:lvl1pPr>
              <a:defRPr sz="4800"/>
            </a:lvl1pPr>
          </a:lstStyle>
          <a:p>
            <a:pPr lvl="0"/>
            <a:r>
              <a:rPr lang="en-US" dirty="0"/>
              <a:t>Click to edit Master text styles</a:t>
            </a:r>
            <a:endParaRPr lang="ru-RU" dirty="0"/>
          </a:p>
        </p:txBody>
      </p:sp>
      <p:sp>
        <p:nvSpPr>
          <p:cNvPr id="9" name="Footer Placeholder">
            <a:extLst>
              <a:ext uri="{FF2B5EF4-FFF2-40B4-BE49-F238E27FC236}">
                <a16:creationId xmlns:a16="http://schemas.microsoft.com/office/drawing/2014/main" id="{2496814F-96C8-D29C-C3CA-E3805D593DDF}"/>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6742100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Text Boxes T23V2">
    <p:bg>
      <p:bgPr>
        <a:solidFill>
          <a:schemeClr val="tx1"/>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4" y="2821884"/>
            <a:ext cx="2592389" cy="3444976"/>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587374" y="3536002"/>
            <a:ext cx="2592000" cy="1551707"/>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587374" y="5112973"/>
            <a:ext cx="2592000" cy="1160827"/>
          </a:xfrm>
        </p:spPr>
        <p:txBody>
          <a:bodyPr wrap="square" lIns="216000" tIns="108000" rIns="216000" bIns="432000" anchor="t"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803374" y="3042420"/>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sp>
        <p:nvSpPr>
          <p:cNvPr id="2" name="Прямоугольник: скругленные углы 1">
            <a:extLst>
              <a:ext uri="{FF2B5EF4-FFF2-40B4-BE49-F238E27FC236}">
                <a16:creationId xmlns:a16="http://schemas.microsoft.com/office/drawing/2014/main" id="{C13FBD91-8212-E33A-A5EF-31D0448D8823}"/>
              </a:ext>
            </a:extLst>
          </p:cNvPr>
          <p:cNvSpPr/>
          <p:nvPr userDrawn="1"/>
        </p:nvSpPr>
        <p:spPr>
          <a:xfrm>
            <a:off x="3396050" y="2821884"/>
            <a:ext cx="2592000" cy="3444976"/>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hasCustomPrompt="1"/>
          </p:nvPr>
        </p:nvSpPr>
        <p:spPr>
          <a:xfrm>
            <a:off x="3396050" y="3533598"/>
            <a:ext cx="2592000" cy="1551707"/>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 name="Subtitle Placeholder">
            <a:extLst>
              <a:ext uri="{FF2B5EF4-FFF2-40B4-BE49-F238E27FC236}">
                <a16:creationId xmlns:a16="http://schemas.microsoft.com/office/drawing/2014/main" id="{DE994276-5754-DEDB-3904-703B3E9595A4}"/>
              </a:ext>
            </a:extLst>
          </p:cNvPr>
          <p:cNvSpPr>
            <a:spLocks noGrp="1"/>
          </p:cNvSpPr>
          <p:nvPr>
            <p:ph type="body" idx="27" hasCustomPrompt="1"/>
          </p:nvPr>
        </p:nvSpPr>
        <p:spPr>
          <a:xfrm>
            <a:off x="3396050" y="5110569"/>
            <a:ext cx="2592000" cy="1160827"/>
          </a:xfrm>
        </p:spPr>
        <p:txBody>
          <a:bodyPr wrap="square" lIns="216000" tIns="108000" rIns="216000" bIns="432000" anchor="t"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4DFBC427-6193-5C81-29BC-21AA2B356706}"/>
              </a:ext>
            </a:extLst>
          </p:cNvPr>
          <p:cNvSpPr/>
          <p:nvPr userDrawn="1"/>
        </p:nvSpPr>
        <p:spPr>
          <a:xfrm>
            <a:off x="3612049" y="3040016"/>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скругленные углы 12">
            <a:extLst>
              <a:ext uri="{FF2B5EF4-FFF2-40B4-BE49-F238E27FC236}">
                <a16:creationId xmlns:a16="http://schemas.microsoft.com/office/drawing/2014/main" id="{6AD06209-39CC-37A3-0C6C-C61609DA6DD8}"/>
              </a:ext>
            </a:extLst>
          </p:cNvPr>
          <p:cNvSpPr/>
          <p:nvPr userDrawn="1"/>
        </p:nvSpPr>
        <p:spPr>
          <a:xfrm>
            <a:off x="6204338" y="2821884"/>
            <a:ext cx="2592000" cy="3444976"/>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endParaRPr>
          </a:p>
        </p:txBody>
      </p:sp>
      <p:sp>
        <p:nvSpPr>
          <p:cNvPr id="16" name="Text Placeholder">
            <a:extLst>
              <a:ext uri="{FF2B5EF4-FFF2-40B4-BE49-F238E27FC236}">
                <a16:creationId xmlns:a16="http://schemas.microsoft.com/office/drawing/2014/main" id="{EE7DC29C-F151-A18B-F3B0-1A1792DE5AC6}"/>
              </a:ext>
            </a:extLst>
          </p:cNvPr>
          <p:cNvSpPr>
            <a:spLocks noGrp="1"/>
          </p:cNvSpPr>
          <p:nvPr>
            <p:ph type="body" idx="28" hasCustomPrompt="1"/>
          </p:nvPr>
        </p:nvSpPr>
        <p:spPr>
          <a:xfrm>
            <a:off x="6204338" y="3531466"/>
            <a:ext cx="2592000" cy="1551707"/>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19" name="Subtitle Placeholder">
            <a:extLst>
              <a:ext uri="{FF2B5EF4-FFF2-40B4-BE49-F238E27FC236}">
                <a16:creationId xmlns:a16="http://schemas.microsoft.com/office/drawing/2014/main" id="{AE92AA9A-93EA-CE2A-648D-1CC056B73AB2}"/>
              </a:ext>
            </a:extLst>
          </p:cNvPr>
          <p:cNvSpPr>
            <a:spLocks noGrp="1"/>
          </p:cNvSpPr>
          <p:nvPr>
            <p:ph type="body" idx="29" hasCustomPrompt="1"/>
          </p:nvPr>
        </p:nvSpPr>
        <p:spPr>
          <a:xfrm>
            <a:off x="6204338" y="5108437"/>
            <a:ext cx="2592000" cy="1160827"/>
          </a:xfrm>
        </p:spPr>
        <p:txBody>
          <a:bodyPr wrap="square" lIns="216000" tIns="108000" rIns="216000" bIns="432000" anchor="t"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1" name="Овал 20">
            <a:extLst>
              <a:ext uri="{FF2B5EF4-FFF2-40B4-BE49-F238E27FC236}">
                <a16:creationId xmlns:a16="http://schemas.microsoft.com/office/drawing/2014/main" id="{F3AD9F34-D268-D14A-C152-DC35C48E21C8}"/>
              </a:ext>
            </a:extLst>
          </p:cNvPr>
          <p:cNvSpPr/>
          <p:nvPr userDrawn="1"/>
        </p:nvSpPr>
        <p:spPr>
          <a:xfrm>
            <a:off x="6419924" y="3037884"/>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5" name="Рисунок 24" descr="Стрелка вниз со сплошной заливкой">
            <a:extLst>
              <a:ext uri="{FF2B5EF4-FFF2-40B4-BE49-F238E27FC236}">
                <a16:creationId xmlns:a16="http://schemas.microsoft.com/office/drawing/2014/main" id="{6F581CF0-275C-70E6-802E-5A891316B84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6354814" y="3134816"/>
            <a:ext cx="562221" cy="238137"/>
          </a:xfrm>
          <a:prstGeom prst="rect">
            <a:avLst/>
          </a:prstGeom>
        </p:spPr>
      </p:pic>
      <p:pic>
        <p:nvPicPr>
          <p:cNvPr id="26" name="Рисунок 25" descr="Стрелка вниз со сплошной заливкой">
            <a:extLst>
              <a:ext uri="{FF2B5EF4-FFF2-40B4-BE49-F238E27FC236}">
                <a16:creationId xmlns:a16="http://schemas.microsoft.com/office/drawing/2014/main" id="{05571278-ACEE-FE8E-C3A5-11EA108413D6}"/>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8900000">
            <a:off x="3546939" y="3136948"/>
            <a:ext cx="562221" cy="238137"/>
          </a:xfrm>
          <a:prstGeom prst="rect">
            <a:avLst/>
          </a:prstGeom>
        </p:spPr>
      </p:pic>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741099" y="3144809"/>
            <a:ext cx="562221" cy="238137"/>
          </a:xfrm>
          <a:prstGeom prst="rect">
            <a:avLst/>
          </a:prstGeom>
        </p:spPr>
      </p:pic>
      <p:sp>
        <p:nvSpPr>
          <p:cNvPr id="5" name="Ellipse">
            <a:extLst>
              <a:ext uri="{FF2B5EF4-FFF2-40B4-BE49-F238E27FC236}">
                <a16:creationId xmlns:a16="http://schemas.microsoft.com/office/drawing/2014/main" id="{76BA7447-FE4E-4DD0-5B02-6CF976F4A383}"/>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3629BEBA-D428-34F3-1197-82EC2B0152D8}"/>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Ellipse">
            <a:extLst>
              <a:ext uri="{FF2B5EF4-FFF2-40B4-BE49-F238E27FC236}">
                <a16:creationId xmlns:a16="http://schemas.microsoft.com/office/drawing/2014/main" id="{A78E251C-9D57-E84C-0678-1A16A31D6679}"/>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Прямоугольник: скругленные углы 7">
            <a:extLst>
              <a:ext uri="{FF2B5EF4-FFF2-40B4-BE49-F238E27FC236}">
                <a16:creationId xmlns:a16="http://schemas.microsoft.com/office/drawing/2014/main" id="{6C7E7DC4-A870-EFF2-4115-2C6ECE6EECA0}"/>
              </a:ext>
            </a:extLst>
          </p:cNvPr>
          <p:cNvSpPr/>
          <p:nvPr userDrawn="1"/>
        </p:nvSpPr>
        <p:spPr>
          <a:xfrm>
            <a:off x="9012626" y="2821884"/>
            <a:ext cx="2592000" cy="3444976"/>
          </a:xfrm>
          <a:prstGeom prst="roundRect">
            <a:avLst>
              <a:gd name="adj" fmla="val 1517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1" name="Text Placeholder">
            <a:extLst>
              <a:ext uri="{FF2B5EF4-FFF2-40B4-BE49-F238E27FC236}">
                <a16:creationId xmlns:a16="http://schemas.microsoft.com/office/drawing/2014/main" id="{717AFB13-303D-6B58-50E4-A058BCA792D5}"/>
              </a:ext>
            </a:extLst>
          </p:cNvPr>
          <p:cNvSpPr>
            <a:spLocks noGrp="1"/>
          </p:cNvSpPr>
          <p:nvPr>
            <p:ph type="body" idx="30" hasCustomPrompt="1"/>
          </p:nvPr>
        </p:nvSpPr>
        <p:spPr>
          <a:xfrm>
            <a:off x="9012626" y="3531466"/>
            <a:ext cx="2592000" cy="1551707"/>
          </a:xfrm>
        </p:spPr>
        <p:txBody>
          <a:bodyPr lIns="216000" tIns="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14" name="Subtitle Placeholder">
            <a:extLst>
              <a:ext uri="{FF2B5EF4-FFF2-40B4-BE49-F238E27FC236}">
                <a16:creationId xmlns:a16="http://schemas.microsoft.com/office/drawing/2014/main" id="{EA079BD7-953E-431E-CB75-CD0B6B694354}"/>
              </a:ext>
            </a:extLst>
          </p:cNvPr>
          <p:cNvSpPr>
            <a:spLocks noGrp="1"/>
          </p:cNvSpPr>
          <p:nvPr>
            <p:ph type="body" idx="31" hasCustomPrompt="1"/>
          </p:nvPr>
        </p:nvSpPr>
        <p:spPr>
          <a:xfrm>
            <a:off x="9012626" y="5108437"/>
            <a:ext cx="2592000" cy="1160827"/>
          </a:xfrm>
        </p:spPr>
        <p:txBody>
          <a:bodyPr wrap="square" lIns="216000" tIns="108000" rIns="216000" bIns="432000" anchor="t"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0" name="Овал 19">
            <a:extLst>
              <a:ext uri="{FF2B5EF4-FFF2-40B4-BE49-F238E27FC236}">
                <a16:creationId xmlns:a16="http://schemas.microsoft.com/office/drawing/2014/main" id="{111942E4-525D-1043-3107-E580A8906781}"/>
              </a:ext>
            </a:extLst>
          </p:cNvPr>
          <p:cNvSpPr/>
          <p:nvPr userDrawn="1"/>
        </p:nvSpPr>
        <p:spPr>
          <a:xfrm>
            <a:off x="9228212" y="3037884"/>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2" name="Рисунок 21" descr="Стрелка вниз со сплошной заливкой">
            <a:extLst>
              <a:ext uri="{FF2B5EF4-FFF2-40B4-BE49-F238E27FC236}">
                <a16:creationId xmlns:a16="http://schemas.microsoft.com/office/drawing/2014/main" id="{E4F46635-297D-2459-5CE2-7E0D8B0F967D}"/>
              </a:ext>
            </a:extLst>
          </p:cNvPr>
          <p:cNvPicPr>
            <a:picLocks noChangeAspect="1"/>
          </p:cNvPicPr>
          <p:nvPr userDrawn="1"/>
        </p:nvPicPr>
        <p:blipFill>
          <a:blip r:embed="rId6">
            <a:extLst>
              <a:ext uri="{96DAC541-7B7A-43D3-8B79-37D633B846F1}">
                <asvg:svgBlip xmlns:asvg="http://schemas.microsoft.com/office/drawing/2016/SVG/main" r:embed="rId7"/>
              </a:ext>
            </a:extLst>
          </a:blip>
          <a:srcRect t="54542" b="3102"/>
          <a:stretch>
            <a:fillRect/>
          </a:stretch>
        </p:blipFill>
        <p:spPr>
          <a:xfrm rot="18900000">
            <a:off x="9163102" y="3134816"/>
            <a:ext cx="562221" cy="238137"/>
          </a:xfrm>
          <a:prstGeom prst="rect">
            <a:avLst/>
          </a:prstGeom>
        </p:spPr>
      </p:pic>
      <p:sp>
        <p:nvSpPr>
          <p:cNvPr id="18" name="Заголовок 1">
            <a:extLst>
              <a:ext uri="{FF2B5EF4-FFF2-40B4-BE49-F238E27FC236}">
                <a16:creationId xmlns:a16="http://schemas.microsoft.com/office/drawing/2014/main" id="{60E22AE6-529B-FD73-FF5D-3CFA8F231E7A}"/>
              </a:ext>
            </a:extLst>
          </p:cNvPr>
          <p:cNvSpPr>
            <a:spLocks noGrp="1"/>
          </p:cNvSpPr>
          <p:nvPr>
            <p:ph type="title" hasCustomPrompt="1"/>
          </p:nvPr>
        </p:nvSpPr>
        <p:spPr>
          <a:xfrm>
            <a:off x="597208" y="1309407"/>
            <a:ext cx="7251864" cy="1329595"/>
          </a:xfrm>
          <a:prstGeom prst="rect">
            <a:avLst/>
          </a:prstGeom>
        </p:spPr>
        <p:txBody>
          <a:bodyPr vert="horz" wrap="square" lIns="0" tIns="0" rIns="0" bIns="0" rtlCol="0" anchor="ctr" anchorCtr="0">
            <a:noAutofit/>
          </a:bodyPr>
          <a:lstStyle>
            <a:lvl1pPr>
              <a:defRPr sz="4800">
                <a:solidFill>
                  <a:schemeClr val="bg1"/>
                </a:solidFill>
              </a:defRPr>
            </a:lvl1pPr>
          </a:lstStyle>
          <a:p>
            <a:pPr lvl="0"/>
            <a:r>
              <a:rPr lang="en-US" dirty="0"/>
              <a:t>Click to edit Master text styles</a:t>
            </a:r>
            <a:endParaRPr lang="ru-RU" dirty="0"/>
          </a:p>
        </p:txBody>
      </p:sp>
      <p:sp>
        <p:nvSpPr>
          <p:cNvPr id="9" name="Footer Placeholder">
            <a:extLst>
              <a:ext uri="{FF2B5EF4-FFF2-40B4-BE49-F238E27FC236}">
                <a16:creationId xmlns:a16="http://schemas.microsoft.com/office/drawing/2014/main" id="{8B34E5E0-793C-4272-AE9E-3FA41DF814AA}"/>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5699323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Text Boxes T23V3">
    <p:bg>
      <p:bgPr>
        <a:solidFill>
          <a:schemeClr val="bg1"/>
        </a:solidFill>
        <a:effectLst/>
      </p:bgPr>
    </p:bg>
    <p:spTree>
      <p:nvGrpSpPr>
        <p:cNvPr id="1" name=""/>
        <p:cNvGrpSpPr/>
        <p:nvPr/>
      </p:nvGrpSpPr>
      <p:grpSpPr>
        <a:xfrm>
          <a:off x="0" y="0"/>
          <a:ext cx="0" cy="0"/>
          <a:chOff x="0" y="0"/>
          <a:chExt cx="0" cy="0"/>
        </a:xfrm>
      </p:grpSpPr>
      <p:sp>
        <p:nvSpPr>
          <p:cNvPr id="5" name="Прямоугольник: скругленные углы 4">
            <a:extLst>
              <a:ext uri="{FF2B5EF4-FFF2-40B4-BE49-F238E27FC236}">
                <a16:creationId xmlns:a16="http://schemas.microsoft.com/office/drawing/2014/main" id="{CCB9254D-37BB-931D-6C1A-C80ACCEA539B}"/>
              </a:ext>
            </a:extLst>
          </p:cNvPr>
          <p:cNvSpPr/>
          <p:nvPr userDrawn="1"/>
        </p:nvSpPr>
        <p:spPr>
          <a:xfrm>
            <a:off x="587375" y="2173271"/>
            <a:ext cx="5400676" cy="1940400"/>
          </a:xfrm>
          <a:prstGeom prst="roundRect">
            <a:avLst>
              <a:gd name="adj" fmla="val 2059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2"/>
              </a:solidFill>
            </a:endParaRPr>
          </a:p>
        </p:txBody>
      </p:sp>
      <p:sp>
        <p:nvSpPr>
          <p:cNvPr id="10" name="Text Placeholder">
            <a:extLst>
              <a:ext uri="{FF2B5EF4-FFF2-40B4-BE49-F238E27FC236}">
                <a16:creationId xmlns:a16="http://schemas.microsoft.com/office/drawing/2014/main" id="{4BCF5A9D-BC5F-89F4-1955-6F4A3567A9DA}"/>
              </a:ext>
            </a:extLst>
          </p:cNvPr>
          <p:cNvSpPr>
            <a:spLocks noGrp="1"/>
          </p:cNvSpPr>
          <p:nvPr>
            <p:ph type="body" idx="25" hasCustomPrompt="1"/>
          </p:nvPr>
        </p:nvSpPr>
        <p:spPr>
          <a:xfrm>
            <a:off x="587375" y="2199210"/>
            <a:ext cx="5400674" cy="1049106"/>
          </a:xfrm>
        </p:spPr>
        <p:txBody>
          <a:bodyPr lIns="216000" tIns="216000" rIns="720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2" name="Subtitle Placeholder">
            <a:extLst>
              <a:ext uri="{FF2B5EF4-FFF2-40B4-BE49-F238E27FC236}">
                <a16:creationId xmlns:a16="http://schemas.microsoft.com/office/drawing/2014/main" id="{BBE7D6EA-D34D-E1B0-2C2F-FC17C1634B3B}"/>
              </a:ext>
            </a:extLst>
          </p:cNvPr>
          <p:cNvSpPr>
            <a:spLocks noGrp="1"/>
          </p:cNvSpPr>
          <p:nvPr>
            <p:ph type="body" idx="24" hasCustomPrompt="1"/>
          </p:nvPr>
        </p:nvSpPr>
        <p:spPr>
          <a:xfrm>
            <a:off x="587375" y="3260621"/>
            <a:ext cx="5400674" cy="853050"/>
          </a:xfrm>
        </p:spPr>
        <p:txBody>
          <a:bodyPr wrap="square" lIns="216000" tIns="108000" rIns="216000" bIns="432000" anchor="ctr"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5" name="Овал 14">
            <a:extLst>
              <a:ext uri="{FF2B5EF4-FFF2-40B4-BE49-F238E27FC236}">
                <a16:creationId xmlns:a16="http://schemas.microsoft.com/office/drawing/2014/main" id="{96ABC600-755C-2003-DC4E-E0F558481220}"/>
              </a:ext>
            </a:extLst>
          </p:cNvPr>
          <p:cNvSpPr/>
          <p:nvPr userDrawn="1"/>
        </p:nvSpPr>
        <p:spPr>
          <a:xfrm>
            <a:off x="5333928" y="2389271"/>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9" name="Рисунок 28" descr="Стрелка вниз со сплошной заливкой">
            <a:extLst>
              <a:ext uri="{FF2B5EF4-FFF2-40B4-BE49-F238E27FC236}">
                <a16:creationId xmlns:a16="http://schemas.microsoft.com/office/drawing/2014/main" id="{F401CE04-630B-2CF7-886C-7CC1D0382124}"/>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a:off x="5268818" y="2486203"/>
            <a:ext cx="562221" cy="238137"/>
          </a:xfrm>
          <a:prstGeom prst="rect">
            <a:avLst/>
          </a:prstGeom>
        </p:spPr>
      </p:pic>
      <p:sp>
        <p:nvSpPr>
          <p:cNvPr id="41" name="Прямоугольник: скругленные углы 40">
            <a:extLst>
              <a:ext uri="{FF2B5EF4-FFF2-40B4-BE49-F238E27FC236}">
                <a16:creationId xmlns:a16="http://schemas.microsoft.com/office/drawing/2014/main" id="{968B5238-7943-D178-EADF-90ADBE9F86D8}"/>
              </a:ext>
            </a:extLst>
          </p:cNvPr>
          <p:cNvSpPr/>
          <p:nvPr userDrawn="1"/>
        </p:nvSpPr>
        <p:spPr>
          <a:xfrm>
            <a:off x="587375" y="4333400"/>
            <a:ext cx="5400676" cy="1940400"/>
          </a:xfrm>
          <a:prstGeom prst="roundRect">
            <a:avLst>
              <a:gd name="adj" fmla="val 20594"/>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2" name="Text Placeholder">
            <a:extLst>
              <a:ext uri="{FF2B5EF4-FFF2-40B4-BE49-F238E27FC236}">
                <a16:creationId xmlns:a16="http://schemas.microsoft.com/office/drawing/2014/main" id="{AE1629FB-10FB-7B1C-83FE-CAE23FB80925}"/>
              </a:ext>
            </a:extLst>
          </p:cNvPr>
          <p:cNvSpPr>
            <a:spLocks noGrp="1"/>
          </p:cNvSpPr>
          <p:nvPr>
            <p:ph type="body" idx="26" hasCustomPrompt="1"/>
          </p:nvPr>
        </p:nvSpPr>
        <p:spPr>
          <a:xfrm>
            <a:off x="587375" y="4359339"/>
            <a:ext cx="5400674" cy="1049106"/>
          </a:xfrm>
        </p:spPr>
        <p:txBody>
          <a:bodyPr lIns="216000" tIns="216000" rIns="720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3" name="Subtitle Placeholder">
            <a:extLst>
              <a:ext uri="{FF2B5EF4-FFF2-40B4-BE49-F238E27FC236}">
                <a16:creationId xmlns:a16="http://schemas.microsoft.com/office/drawing/2014/main" id="{EA673D57-376B-71D5-4E93-E104B17C1983}"/>
              </a:ext>
            </a:extLst>
          </p:cNvPr>
          <p:cNvSpPr>
            <a:spLocks noGrp="1"/>
          </p:cNvSpPr>
          <p:nvPr>
            <p:ph type="body" idx="27" hasCustomPrompt="1"/>
          </p:nvPr>
        </p:nvSpPr>
        <p:spPr>
          <a:xfrm>
            <a:off x="587375" y="5420750"/>
            <a:ext cx="5400674" cy="853050"/>
          </a:xfrm>
        </p:spPr>
        <p:txBody>
          <a:bodyPr wrap="square" lIns="216000" tIns="108000" rIns="216000" bIns="432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4" name="Овал 43">
            <a:extLst>
              <a:ext uri="{FF2B5EF4-FFF2-40B4-BE49-F238E27FC236}">
                <a16:creationId xmlns:a16="http://schemas.microsoft.com/office/drawing/2014/main" id="{9B532330-21EC-40BB-5200-D07C3B3868A0}"/>
              </a:ext>
            </a:extLst>
          </p:cNvPr>
          <p:cNvSpPr/>
          <p:nvPr userDrawn="1"/>
        </p:nvSpPr>
        <p:spPr>
          <a:xfrm>
            <a:off x="5333928" y="4549400"/>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5" name="Рисунок 44" descr="Стрелка вниз со сплошной заливкой">
            <a:extLst>
              <a:ext uri="{FF2B5EF4-FFF2-40B4-BE49-F238E27FC236}">
                <a16:creationId xmlns:a16="http://schemas.microsoft.com/office/drawing/2014/main" id="{47F415A0-D122-032A-5F18-2EF405C76A7C}"/>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a:off x="5268818" y="4646332"/>
            <a:ext cx="562221" cy="238137"/>
          </a:xfrm>
          <a:prstGeom prst="rect">
            <a:avLst/>
          </a:prstGeom>
        </p:spPr>
      </p:pic>
      <p:sp>
        <p:nvSpPr>
          <p:cNvPr id="46" name="Прямоугольник: скругленные углы 45">
            <a:extLst>
              <a:ext uri="{FF2B5EF4-FFF2-40B4-BE49-F238E27FC236}">
                <a16:creationId xmlns:a16="http://schemas.microsoft.com/office/drawing/2014/main" id="{5C573EEA-2BCB-8166-A7C8-2B52265C279A}"/>
              </a:ext>
            </a:extLst>
          </p:cNvPr>
          <p:cNvSpPr/>
          <p:nvPr userDrawn="1"/>
        </p:nvSpPr>
        <p:spPr>
          <a:xfrm>
            <a:off x="6203951" y="2170867"/>
            <a:ext cx="5400676" cy="1940400"/>
          </a:xfrm>
          <a:prstGeom prst="roundRect">
            <a:avLst>
              <a:gd name="adj" fmla="val 20594"/>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7" name="Text Placeholder">
            <a:extLst>
              <a:ext uri="{FF2B5EF4-FFF2-40B4-BE49-F238E27FC236}">
                <a16:creationId xmlns:a16="http://schemas.microsoft.com/office/drawing/2014/main" id="{1FA5ECE4-5179-775C-A155-3A8CF8AEB4EE}"/>
              </a:ext>
            </a:extLst>
          </p:cNvPr>
          <p:cNvSpPr>
            <a:spLocks noGrp="1"/>
          </p:cNvSpPr>
          <p:nvPr>
            <p:ph type="body" idx="28" hasCustomPrompt="1"/>
          </p:nvPr>
        </p:nvSpPr>
        <p:spPr>
          <a:xfrm>
            <a:off x="6203951" y="2196806"/>
            <a:ext cx="5400674" cy="1049106"/>
          </a:xfrm>
        </p:spPr>
        <p:txBody>
          <a:bodyPr lIns="216000" tIns="216000" rIns="720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8" name="Subtitle Placeholder">
            <a:extLst>
              <a:ext uri="{FF2B5EF4-FFF2-40B4-BE49-F238E27FC236}">
                <a16:creationId xmlns:a16="http://schemas.microsoft.com/office/drawing/2014/main" id="{3DFC4871-1711-DB40-8FC0-45A9B2E5B53B}"/>
              </a:ext>
            </a:extLst>
          </p:cNvPr>
          <p:cNvSpPr>
            <a:spLocks noGrp="1"/>
          </p:cNvSpPr>
          <p:nvPr>
            <p:ph type="body" idx="29" hasCustomPrompt="1"/>
          </p:nvPr>
        </p:nvSpPr>
        <p:spPr>
          <a:xfrm>
            <a:off x="6203951" y="3258217"/>
            <a:ext cx="5400674" cy="853050"/>
          </a:xfrm>
        </p:spPr>
        <p:txBody>
          <a:bodyPr wrap="square" lIns="216000" tIns="108000" rIns="216000" bIns="432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9" name="Овал 48">
            <a:extLst>
              <a:ext uri="{FF2B5EF4-FFF2-40B4-BE49-F238E27FC236}">
                <a16:creationId xmlns:a16="http://schemas.microsoft.com/office/drawing/2014/main" id="{906CEA73-E2E6-6577-257F-42FF3FE13658}"/>
              </a:ext>
            </a:extLst>
          </p:cNvPr>
          <p:cNvSpPr/>
          <p:nvPr userDrawn="1"/>
        </p:nvSpPr>
        <p:spPr>
          <a:xfrm>
            <a:off x="10950504" y="2386867"/>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0" name="Рисунок 49" descr="Стрелка вниз со сплошной заливкой">
            <a:extLst>
              <a:ext uri="{FF2B5EF4-FFF2-40B4-BE49-F238E27FC236}">
                <a16:creationId xmlns:a16="http://schemas.microsoft.com/office/drawing/2014/main" id="{4592473B-FC54-D7BE-60ED-65A07FFF5645}"/>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a:off x="10885394" y="2483799"/>
            <a:ext cx="562221" cy="238137"/>
          </a:xfrm>
          <a:prstGeom prst="rect">
            <a:avLst/>
          </a:prstGeom>
        </p:spPr>
      </p:pic>
      <p:sp>
        <p:nvSpPr>
          <p:cNvPr id="51" name="Прямоугольник: скругленные углы 50">
            <a:extLst>
              <a:ext uri="{FF2B5EF4-FFF2-40B4-BE49-F238E27FC236}">
                <a16:creationId xmlns:a16="http://schemas.microsoft.com/office/drawing/2014/main" id="{95E7D28C-390D-500E-D5FE-4C4161404116}"/>
              </a:ext>
            </a:extLst>
          </p:cNvPr>
          <p:cNvSpPr/>
          <p:nvPr userDrawn="1"/>
        </p:nvSpPr>
        <p:spPr>
          <a:xfrm>
            <a:off x="6203951" y="4330996"/>
            <a:ext cx="5400676" cy="1940400"/>
          </a:xfrm>
          <a:prstGeom prst="roundRect">
            <a:avLst>
              <a:gd name="adj" fmla="val 20594"/>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2" name="Text Placeholder">
            <a:extLst>
              <a:ext uri="{FF2B5EF4-FFF2-40B4-BE49-F238E27FC236}">
                <a16:creationId xmlns:a16="http://schemas.microsoft.com/office/drawing/2014/main" id="{D014A8CE-5631-60BA-7FE6-94B61F5D2590}"/>
              </a:ext>
            </a:extLst>
          </p:cNvPr>
          <p:cNvSpPr>
            <a:spLocks noGrp="1"/>
          </p:cNvSpPr>
          <p:nvPr>
            <p:ph type="body" idx="30" hasCustomPrompt="1"/>
          </p:nvPr>
        </p:nvSpPr>
        <p:spPr>
          <a:xfrm>
            <a:off x="6203951" y="4356935"/>
            <a:ext cx="5400674" cy="1049106"/>
          </a:xfrm>
        </p:spPr>
        <p:txBody>
          <a:bodyPr lIns="216000" tIns="216000" rIns="720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3" name="Subtitle Placeholder">
            <a:extLst>
              <a:ext uri="{FF2B5EF4-FFF2-40B4-BE49-F238E27FC236}">
                <a16:creationId xmlns:a16="http://schemas.microsoft.com/office/drawing/2014/main" id="{306E0A95-023A-0EDD-B5E1-63066B27781B}"/>
              </a:ext>
            </a:extLst>
          </p:cNvPr>
          <p:cNvSpPr>
            <a:spLocks noGrp="1"/>
          </p:cNvSpPr>
          <p:nvPr>
            <p:ph type="body" idx="31" hasCustomPrompt="1"/>
          </p:nvPr>
        </p:nvSpPr>
        <p:spPr>
          <a:xfrm>
            <a:off x="6203951" y="5418346"/>
            <a:ext cx="5400674" cy="853050"/>
          </a:xfrm>
        </p:spPr>
        <p:txBody>
          <a:bodyPr wrap="square" lIns="216000" tIns="108000" rIns="216000" bIns="432000" anchor="ctr"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4" name="Овал 53">
            <a:extLst>
              <a:ext uri="{FF2B5EF4-FFF2-40B4-BE49-F238E27FC236}">
                <a16:creationId xmlns:a16="http://schemas.microsoft.com/office/drawing/2014/main" id="{AD30C4B2-A776-BE9A-C5AA-B869B2AD410D}"/>
              </a:ext>
            </a:extLst>
          </p:cNvPr>
          <p:cNvSpPr/>
          <p:nvPr userDrawn="1"/>
        </p:nvSpPr>
        <p:spPr>
          <a:xfrm>
            <a:off x="10950504" y="4546996"/>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55" name="Рисунок 54" descr="Стрелка вниз со сплошной заливкой">
            <a:extLst>
              <a:ext uri="{FF2B5EF4-FFF2-40B4-BE49-F238E27FC236}">
                <a16:creationId xmlns:a16="http://schemas.microsoft.com/office/drawing/2014/main" id="{85E5EEF7-7462-C443-393B-DC468C04101E}"/>
              </a:ext>
            </a:extLst>
          </p:cNvPr>
          <p:cNvPicPr>
            <a:picLocks noChangeAspect="1"/>
          </p:cNvPicPr>
          <p:nvPr userDrawn="1"/>
        </p:nvPicPr>
        <p:blipFill>
          <a:blip r:embed="rId6">
            <a:extLst>
              <a:ext uri="{96DAC541-7B7A-43D3-8B79-37D633B846F1}">
                <asvg:svgBlip xmlns:asvg="http://schemas.microsoft.com/office/drawing/2016/SVG/main" r:embed="rId7"/>
              </a:ext>
            </a:extLst>
          </a:blip>
          <a:srcRect t="54542" b="3102"/>
          <a:stretch>
            <a:fillRect/>
          </a:stretch>
        </p:blipFill>
        <p:spPr>
          <a:xfrm>
            <a:off x="10885394" y="4643928"/>
            <a:ext cx="562221" cy="238137"/>
          </a:xfrm>
          <a:prstGeom prst="rect">
            <a:avLst/>
          </a:prstGeom>
        </p:spPr>
      </p:pic>
      <p:sp>
        <p:nvSpPr>
          <p:cNvPr id="2" name="Заголовок 1">
            <a:extLst>
              <a:ext uri="{FF2B5EF4-FFF2-40B4-BE49-F238E27FC236}">
                <a16:creationId xmlns:a16="http://schemas.microsoft.com/office/drawing/2014/main" id="{717D3BE0-2B9D-6A34-2864-13EEA4041F46}"/>
              </a:ext>
            </a:extLst>
          </p:cNvPr>
          <p:cNvSpPr>
            <a:spLocks noGrp="1"/>
          </p:cNvSpPr>
          <p:nvPr>
            <p:ph type="title" hasCustomPrompt="1"/>
          </p:nvPr>
        </p:nvSpPr>
        <p:spPr>
          <a:xfrm>
            <a:off x="597207" y="1309407"/>
            <a:ext cx="11007419" cy="664797"/>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3" name="Ellipse">
            <a:extLst>
              <a:ext uri="{FF2B5EF4-FFF2-40B4-BE49-F238E27FC236}">
                <a16:creationId xmlns:a16="http://schemas.microsoft.com/office/drawing/2014/main" id="{18046DDC-0378-E587-A457-9A2165A14263}"/>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27E168D8-DA48-7BAC-59AF-A94765C7200B}"/>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7281D9CE-B88A-4F02-A0DE-D511CD95890E}"/>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Footer Placeholder">
            <a:extLst>
              <a:ext uri="{FF2B5EF4-FFF2-40B4-BE49-F238E27FC236}">
                <a16:creationId xmlns:a16="http://schemas.microsoft.com/office/drawing/2014/main" id="{63CCACD7-000F-C0E9-5770-B951F90C8E88}"/>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9912462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able C40V1">
    <p:bg>
      <p:bgPr>
        <a:solidFill>
          <a:schemeClr val="bg1"/>
        </a:solidFill>
        <a:effectLst/>
      </p:bgPr>
    </p:bg>
    <p:spTree>
      <p:nvGrpSpPr>
        <p:cNvPr id="1" name=""/>
        <p:cNvGrpSpPr/>
        <p:nvPr/>
      </p:nvGrpSpPr>
      <p:grpSpPr>
        <a:xfrm>
          <a:off x="0" y="0"/>
          <a:ext cx="0" cy="0"/>
          <a:chOff x="0" y="0"/>
          <a:chExt cx="0" cy="0"/>
        </a:xfrm>
      </p:grpSpPr>
      <p:sp>
        <p:nvSpPr>
          <p:cNvPr id="26" name="Text Placeholder">
            <a:extLst>
              <a:ext uri="{FF2B5EF4-FFF2-40B4-BE49-F238E27FC236}">
                <a16:creationId xmlns:a16="http://schemas.microsoft.com/office/drawing/2014/main" id="{703A1FDE-DB7C-B02A-D98B-46601A540191}"/>
              </a:ext>
            </a:extLst>
          </p:cNvPr>
          <p:cNvSpPr>
            <a:spLocks noGrp="1"/>
          </p:cNvSpPr>
          <p:nvPr>
            <p:ph type="body" idx="24" hasCustomPrompt="1"/>
          </p:nvPr>
        </p:nvSpPr>
        <p:spPr>
          <a:xfrm>
            <a:off x="8302157" y="1350957"/>
            <a:ext cx="3301200" cy="1246495"/>
          </a:xfrm>
        </p:spPr>
        <p:txBody>
          <a:bodyPr lIns="0" tIns="0" rIns="0" bIns="0" anchor="ctr"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cxnSp>
        <p:nvCxnSpPr>
          <p:cNvPr id="32" name="Прямая соединительная линия 31">
            <a:extLst>
              <a:ext uri="{FF2B5EF4-FFF2-40B4-BE49-F238E27FC236}">
                <a16:creationId xmlns:a16="http://schemas.microsoft.com/office/drawing/2014/main" id="{4A4BAC21-DBC4-B3DD-1FE8-B438F4268D2A}"/>
              </a:ext>
            </a:extLst>
          </p:cNvPr>
          <p:cNvCxnSpPr>
            <a:cxnSpLocks/>
          </p:cNvCxnSpPr>
          <p:nvPr userDrawn="1"/>
        </p:nvCxnSpPr>
        <p:spPr>
          <a:xfrm>
            <a:off x="8075613" y="1351404"/>
            <a:ext cx="0" cy="12456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12" name="Таблица 11">
            <a:extLst>
              <a:ext uri="{FF2B5EF4-FFF2-40B4-BE49-F238E27FC236}">
                <a16:creationId xmlns:a16="http://schemas.microsoft.com/office/drawing/2014/main" id="{2520F2FA-69F3-B08B-C9ED-CC76F338F352}"/>
              </a:ext>
            </a:extLst>
          </p:cNvPr>
          <p:cNvSpPr>
            <a:spLocks noGrp="1"/>
          </p:cNvSpPr>
          <p:nvPr>
            <p:ph type="tbl" sz="quarter" idx="25"/>
          </p:nvPr>
        </p:nvSpPr>
        <p:spPr>
          <a:xfrm>
            <a:off x="587375" y="2963917"/>
            <a:ext cx="11017250" cy="3309884"/>
          </a:xfrm>
        </p:spPr>
        <p:txBody>
          <a:bodyPr/>
          <a:lstStyle/>
          <a:p>
            <a:endParaRPr lang="ru-RU"/>
          </a:p>
        </p:txBody>
      </p:sp>
      <p:sp>
        <p:nvSpPr>
          <p:cNvPr id="2" name="Заголовок 1">
            <a:extLst>
              <a:ext uri="{FF2B5EF4-FFF2-40B4-BE49-F238E27FC236}">
                <a16:creationId xmlns:a16="http://schemas.microsoft.com/office/drawing/2014/main" id="{D2A0BD75-D218-6743-2712-593BF4E76D6D}"/>
              </a:ext>
            </a:extLst>
          </p:cNvPr>
          <p:cNvSpPr>
            <a:spLocks noGrp="1"/>
          </p:cNvSpPr>
          <p:nvPr>
            <p:ph type="title" hasCustomPrompt="1"/>
          </p:nvPr>
        </p:nvSpPr>
        <p:spPr>
          <a:xfrm>
            <a:off x="597208" y="1309407"/>
            <a:ext cx="7262506" cy="1329595"/>
          </a:xfrm>
          <a:prstGeom prst="rect">
            <a:avLst/>
          </a:prstGeom>
        </p:spPr>
        <p:txBody>
          <a:bodyPr vert="horz" wrap="square" lIns="0" tIns="0" rIns="0" bIns="0" rtlCol="0" anchor="ctr" anchorCtr="0">
            <a:noAutofit/>
          </a:bodyPr>
          <a:lstStyle>
            <a:lvl1pPr>
              <a:defRPr sz="4800"/>
            </a:lvl1pPr>
          </a:lstStyle>
          <a:p>
            <a:pPr lvl="0"/>
            <a:r>
              <a:rPr lang="en-US" dirty="0"/>
              <a:t>Click to edit Master text styles</a:t>
            </a:r>
            <a:endParaRPr lang="ru-RU" dirty="0"/>
          </a:p>
        </p:txBody>
      </p:sp>
      <p:sp>
        <p:nvSpPr>
          <p:cNvPr id="3" name="Ellipse">
            <a:extLst>
              <a:ext uri="{FF2B5EF4-FFF2-40B4-BE49-F238E27FC236}">
                <a16:creationId xmlns:a16="http://schemas.microsoft.com/office/drawing/2014/main" id="{3A8D257E-0B27-9BF5-AF53-8CC0896B996A}"/>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B5B93795-9B9A-6A2C-6B58-C0BE3DE9A6A4}"/>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4B9D5489-0A76-9FA4-7F04-167EE4709306}"/>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Footer Placeholder">
            <a:extLst>
              <a:ext uri="{FF2B5EF4-FFF2-40B4-BE49-F238E27FC236}">
                <a16:creationId xmlns:a16="http://schemas.microsoft.com/office/drawing/2014/main" id="{DDD92493-2DCA-C68F-06BD-5E55D01BA138}"/>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4847763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C40V2">
    <p:bg>
      <p:bgPr>
        <a:solidFill>
          <a:schemeClr val="tx1"/>
        </a:solidFill>
        <a:effectLst/>
      </p:bgPr>
    </p:bg>
    <p:spTree>
      <p:nvGrpSpPr>
        <p:cNvPr id="1" name=""/>
        <p:cNvGrpSpPr/>
        <p:nvPr/>
      </p:nvGrpSpPr>
      <p:grpSpPr>
        <a:xfrm>
          <a:off x="0" y="0"/>
          <a:ext cx="0" cy="0"/>
          <a:chOff x="0" y="0"/>
          <a:chExt cx="0" cy="0"/>
        </a:xfrm>
      </p:grpSpPr>
      <p:sp>
        <p:nvSpPr>
          <p:cNvPr id="5" name="Ellipse">
            <a:extLst>
              <a:ext uri="{FF2B5EF4-FFF2-40B4-BE49-F238E27FC236}">
                <a16:creationId xmlns:a16="http://schemas.microsoft.com/office/drawing/2014/main" id="{29AC70A5-167F-E608-2E2F-10DB2947A4A0}"/>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E69D8A0D-EA67-A59E-855C-740AB8DFCA85}"/>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Ellipse">
            <a:extLst>
              <a:ext uri="{FF2B5EF4-FFF2-40B4-BE49-F238E27FC236}">
                <a16:creationId xmlns:a16="http://schemas.microsoft.com/office/drawing/2014/main" id="{07D04374-4DB9-32E1-D544-11450B55B48A}"/>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 Placeholder">
            <a:extLst>
              <a:ext uri="{FF2B5EF4-FFF2-40B4-BE49-F238E27FC236}">
                <a16:creationId xmlns:a16="http://schemas.microsoft.com/office/drawing/2014/main" id="{DBD6A02A-9DF2-4B79-3B99-E82D427910F8}"/>
              </a:ext>
            </a:extLst>
          </p:cNvPr>
          <p:cNvSpPr>
            <a:spLocks noGrp="1"/>
          </p:cNvSpPr>
          <p:nvPr>
            <p:ph type="body" idx="24" hasCustomPrompt="1"/>
          </p:nvPr>
        </p:nvSpPr>
        <p:spPr>
          <a:xfrm>
            <a:off x="8302157" y="1350957"/>
            <a:ext cx="3301200" cy="1246495"/>
          </a:xfrm>
        </p:spPr>
        <p:txBody>
          <a:bodyPr lIns="0" tIns="0" rIns="0" bIns="0" anchor="ctr"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cxnSp>
        <p:nvCxnSpPr>
          <p:cNvPr id="4" name="Прямая соединительная линия 3">
            <a:extLst>
              <a:ext uri="{FF2B5EF4-FFF2-40B4-BE49-F238E27FC236}">
                <a16:creationId xmlns:a16="http://schemas.microsoft.com/office/drawing/2014/main" id="{0C3B3635-A530-5B09-CA74-33CF35D84118}"/>
              </a:ext>
            </a:extLst>
          </p:cNvPr>
          <p:cNvCxnSpPr>
            <a:cxnSpLocks/>
          </p:cNvCxnSpPr>
          <p:nvPr userDrawn="1"/>
        </p:nvCxnSpPr>
        <p:spPr>
          <a:xfrm>
            <a:off x="8075613" y="1351404"/>
            <a:ext cx="0" cy="12456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8" name="Таблица 11">
            <a:extLst>
              <a:ext uri="{FF2B5EF4-FFF2-40B4-BE49-F238E27FC236}">
                <a16:creationId xmlns:a16="http://schemas.microsoft.com/office/drawing/2014/main" id="{7631BCD4-BD6A-7263-03FA-0BF74C31943B}"/>
              </a:ext>
            </a:extLst>
          </p:cNvPr>
          <p:cNvSpPr>
            <a:spLocks noGrp="1"/>
          </p:cNvSpPr>
          <p:nvPr>
            <p:ph type="tbl" sz="quarter" idx="25"/>
          </p:nvPr>
        </p:nvSpPr>
        <p:spPr>
          <a:xfrm>
            <a:off x="587375" y="2963917"/>
            <a:ext cx="11017250" cy="3309884"/>
          </a:xfrm>
        </p:spPr>
        <p:txBody>
          <a:bodyPr/>
          <a:lstStyle/>
          <a:p>
            <a:endParaRPr lang="ru-RU"/>
          </a:p>
        </p:txBody>
      </p:sp>
      <p:sp>
        <p:nvSpPr>
          <p:cNvPr id="9" name="Заголовок 1">
            <a:extLst>
              <a:ext uri="{FF2B5EF4-FFF2-40B4-BE49-F238E27FC236}">
                <a16:creationId xmlns:a16="http://schemas.microsoft.com/office/drawing/2014/main" id="{C8F96AE0-C33E-03C0-E2D0-168F4A64853E}"/>
              </a:ext>
            </a:extLst>
          </p:cNvPr>
          <p:cNvSpPr>
            <a:spLocks noGrp="1"/>
          </p:cNvSpPr>
          <p:nvPr>
            <p:ph type="title" hasCustomPrompt="1"/>
          </p:nvPr>
        </p:nvSpPr>
        <p:spPr>
          <a:xfrm>
            <a:off x="597208" y="1309407"/>
            <a:ext cx="7262506" cy="1329595"/>
          </a:xfrm>
          <a:prstGeom prst="rect">
            <a:avLst/>
          </a:prstGeom>
        </p:spPr>
        <p:txBody>
          <a:bodyPr vert="horz" wrap="square" lIns="0" tIns="0" rIns="0" bIns="0" rtlCol="0" anchor="ctr" anchorCtr="0">
            <a:noAutofit/>
          </a:bodyPr>
          <a:lstStyle>
            <a:lvl1pPr>
              <a:defRPr sz="4800">
                <a:solidFill>
                  <a:schemeClr val="bg1"/>
                </a:solidFill>
              </a:defRPr>
            </a:lvl1pPr>
          </a:lstStyle>
          <a:p>
            <a:pPr lvl="0"/>
            <a:r>
              <a:rPr lang="en-US" dirty="0"/>
              <a:t>Click to edit Master text styles</a:t>
            </a:r>
            <a:endParaRPr lang="ru-RU" dirty="0"/>
          </a:p>
        </p:txBody>
      </p:sp>
      <p:sp>
        <p:nvSpPr>
          <p:cNvPr id="2" name="Footer Placeholder">
            <a:extLst>
              <a:ext uri="{FF2B5EF4-FFF2-40B4-BE49-F238E27FC236}">
                <a16:creationId xmlns:a16="http://schemas.microsoft.com/office/drawing/2014/main" id="{86D8C9A9-99D8-AA62-642D-D893660F5C44}"/>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40016379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Radial Bars C41V1">
    <p:bg>
      <p:bgPr>
        <a:solidFill>
          <a:schemeClr val="tx1"/>
        </a:solidFill>
        <a:effectLst/>
      </p:bgPr>
    </p:bg>
    <p:spTree>
      <p:nvGrpSpPr>
        <p:cNvPr id="1" name=""/>
        <p:cNvGrpSpPr/>
        <p:nvPr/>
      </p:nvGrpSpPr>
      <p:grpSpPr>
        <a:xfrm>
          <a:off x="0" y="0"/>
          <a:ext cx="0" cy="0"/>
          <a:chOff x="0" y="0"/>
          <a:chExt cx="0" cy="0"/>
        </a:xfrm>
      </p:grpSpPr>
      <p:sp>
        <p:nvSpPr>
          <p:cNvPr id="5" name="Picture 19">
            <a:extLst>
              <a:ext uri="{FF2B5EF4-FFF2-40B4-BE49-F238E27FC236}">
                <a16:creationId xmlns:a16="http://schemas.microsoft.com/office/drawing/2014/main" id="{FF4409A2-17D7-56A7-FAAE-829E385B9F5E}"/>
              </a:ext>
            </a:extLst>
          </p:cNvPr>
          <p:cNvSpPr>
            <a:spLocks noGrp="1"/>
          </p:cNvSpPr>
          <p:nvPr>
            <p:ph type="pic" sz="quarter" idx="12"/>
          </p:nvPr>
        </p:nvSpPr>
        <p:spPr>
          <a:xfrm>
            <a:off x="582898" y="2186277"/>
            <a:ext cx="3528000" cy="4087064"/>
          </a:xfrm>
          <a:prstGeom prst="roundRect">
            <a:avLst>
              <a:gd name="adj" fmla="val 11303"/>
            </a:avLst>
          </a:prstGeom>
        </p:spPr>
        <p:txBody>
          <a:bodyPr/>
          <a:lstStyle/>
          <a:p>
            <a:endParaRPr lang="ru-RU"/>
          </a:p>
        </p:txBody>
      </p:sp>
      <p:sp>
        <p:nvSpPr>
          <p:cNvPr id="29" name="Text Placeholder 2">
            <a:extLst>
              <a:ext uri="{FF2B5EF4-FFF2-40B4-BE49-F238E27FC236}">
                <a16:creationId xmlns:a16="http://schemas.microsoft.com/office/drawing/2014/main" id="{63D7DA33-2E80-C8EB-F307-34D4955B33D2}"/>
              </a:ext>
            </a:extLst>
          </p:cNvPr>
          <p:cNvSpPr>
            <a:spLocks noGrp="1"/>
          </p:cNvSpPr>
          <p:nvPr>
            <p:ph type="body" idx="26" hasCustomPrompt="1"/>
          </p:nvPr>
        </p:nvSpPr>
        <p:spPr>
          <a:xfrm>
            <a:off x="4332388" y="5230996"/>
            <a:ext cx="3529014" cy="1040400"/>
          </a:xfrm>
        </p:spPr>
        <p:txBody>
          <a:bodyPr lIns="108000" tIns="0" rIns="108000" bIns="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0" name="Subtitle Placeholder">
            <a:extLst>
              <a:ext uri="{FF2B5EF4-FFF2-40B4-BE49-F238E27FC236}">
                <a16:creationId xmlns:a16="http://schemas.microsoft.com/office/drawing/2014/main" id="{50A23ED1-5921-FE65-E1B9-2DA8222EA311}"/>
              </a:ext>
            </a:extLst>
          </p:cNvPr>
          <p:cNvSpPr>
            <a:spLocks noGrp="1"/>
          </p:cNvSpPr>
          <p:nvPr>
            <p:ph type="body" idx="27" hasCustomPrompt="1"/>
          </p:nvPr>
        </p:nvSpPr>
        <p:spPr>
          <a:xfrm>
            <a:off x="4332388" y="4260339"/>
            <a:ext cx="3529014" cy="942717"/>
          </a:xfrm>
        </p:spPr>
        <p:txBody>
          <a:bodyPr wrap="square" lIns="108000" tIns="216000" rIns="108000" bIns="108000" anchor="ctr" anchorCtr="0">
            <a:no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2" name="Text Placeholder 2">
            <a:extLst>
              <a:ext uri="{FF2B5EF4-FFF2-40B4-BE49-F238E27FC236}">
                <a16:creationId xmlns:a16="http://schemas.microsoft.com/office/drawing/2014/main" id="{F5B27B79-BE39-F569-1320-FA428B9C4B68}"/>
              </a:ext>
            </a:extLst>
          </p:cNvPr>
          <p:cNvSpPr>
            <a:spLocks noGrp="1"/>
          </p:cNvSpPr>
          <p:nvPr>
            <p:ph type="body" idx="28" hasCustomPrompt="1"/>
          </p:nvPr>
        </p:nvSpPr>
        <p:spPr>
          <a:xfrm>
            <a:off x="8075614" y="5230996"/>
            <a:ext cx="3529014" cy="1040400"/>
          </a:xfrm>
        </p:spPr>
        <p:txBody>
          <a:bodyPr lIns="108000" tIns="0" rIns="108000" bIns="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a:p>
            <a:pPr lvl="0"/>
            <a:endParaRPr lang="en-US" dirty="0"/>
          </a:p>
        </p:txBody>
      </p:sp>
      <p:sp>
        <p:nvSpPr>
          <p:cNvPr id="33" name="Subtitle Placeholder">
            <a:extLst>
              <a:ext uri="{FF2B5EF4-FFF2-40B4-BE49-F238E27FC236}">
                <a16:creationId xmlns:a16="http://schemas.microsoft.com/office/drawing/2014/main" id="{E7B58083-7A34-F6B5-98A4-860A39DC4858}"/>
              </a:ext>
            </a:extLst>
          </p:cNvPr>
          <p:cNvSpPr>
            <a:spLocks noGrp="1"/>
          </p:cNvSpPr>
          <p:nvPr>
            <p:ph type="body" idx="29" hasCustomPrompt="1"/>
          </p:nvPr>
        </p:nvSpPr>
        <p:spPr>
          <a:xfrm>
            <a:off x="8075614" y="4260339"/>
            <a:ext cx="3529014" cy="942717"/>
          </a:xfrm>
        </p:spPr>
        <p:txBody>
          <a:bodyPr wrap="square" lIns="108000" tIns="216000" rIns="108000" bIns="108000" anchor="ctr" anchorCtr="0">
            <a:no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4" name="Oval 2">
            <a:extLst>
              <a:ext uri="{FF2B5EF4-FFF2-40B4-BE49-F238E27FC236}">
                <a16:creationId xmlns:a16="http://schemas.microsoft.com/office/drawing/2014/main" id="{12B8B282-0212-8C76-ECD6-5205AD675D86}"/>
              </a:ext>
            </a:extLst>
          </p:cNvPr>
          <p:cNvSpPr/>
          <p:nvPr userDrawn="1"/>
        </p:nvSpPr>
        <p:spPr>
          <a:xfrm>
            <a:off x="5432656" y="2733953"/>
            <a:ext cx="1321200" cy="1321200"/>
          </a:xfrm>
          <a:prstGeom prst="ellipse">
            <a:avLst/>
          </a:prstGeom>
          <a:noFill/>
          <a:ln w="19050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5" name="Oval 2">
            <a:extLst>
              <a:ext uri="{FF2B5EF4-FFF2-40B4-BE49-F238E27FC236}">
                <a16:creationId xmlns:a16="http://schemas.microsoft.com/office/drawing/2014/main" id="{5AF798E9-B27D-ABE0-B67C-BE4E6381633A}"/>
              </a:ext>
            </a:extLst>
          </p:cNvPr>
          <p:cNvSpPr/>
          <p:nvPr userDrawn="1"/>
        </p:nvSpPr>
        <p:spPr>
          <a:xfrm>
            <a:off x="9179624" y="2733953"/>
            <a:ext cx="1321200" cy="1321200"/>
          </a:xfrm>
          <a:prstGeom prst="ellipse">
            <a:avLst/>
          </a:prstGeom>
          <a:noFill/>
          <a:ln w="190500">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 name="Title 1">
            <a:extLst>
              <a:ext uri="{FF2B5EF4-FFF2-40B4-BE49-F238E27FC236}">
                <a16:creationId xmlns:a16="http://schemas.microsoft.com/office/drawing/2014/main" id="{CECC32C9-7537-BDD0-ACB2-B302475C0B6E}"/>
              </a:ext>
            </a:extLst>
          </p:cNvPr>
          <p:cNvSpPr>
            <a:spLocks noGrp="1"/>
          </p:cNvSpPr>
          <p:nvPr>
            <p:ph type="title" hasCustomPrompt="1"/>
          </p:nvPr>
        </p:nvSpPr>
        <p:spPr>
          <a:xfrm>
            <a:off x="597207" y="1309407"/>
            <a:ext cx="11007419" cy="664797"/>
          </a:xfrm>
          <a:prstGeom prst="rect">
            <a:avLst/>
          </a:prstGeom>
        </p:spPr>
        <p:txBody>
          <a:bodyPr vert="horz" wrap="square" lIns="0" tIns="0" rIns="0" bIns="0" rtlCol="0" anchor="t" anchorCtr="0">
            <a:noAutofit/>
          </a:bodyPr>
          <a:lstStyle>
            <a:lvl1pPr>
              <a:defRPr sz="4800">
                <a:solidFill>
                  <a:schemeClr val="bg1"/>
                </a:solidFill>
              </a:defRPr>
            </a:lvl1pPr>
          </a:lstStyle>
          <a:p>
            <a:pPr lvl="0"/>
            <a:r>
              <a:rPr lang="en-US" dirty="0"/>
              <a:t>Click to edit Master text styles</a:t>
            </a:r>
            <a:endParaRPr lang="ru-RU" dirty="0"/>
          </a:p>
        </p:txBody>
      </p:sp>
      <p:sp>
        <p:nvSpPr>
          <p:cNvPr id="3" name="Footer Placeholder">
            <a:extLst>
              <a:ext uri="{FF2B5EF4-FFF2-40B4-BE49-F238E27FC236}">
                <a16:creationId xmlns:a16="http://schemas.microsoft.com/office/drawing/2014/main" id="{257EF1E3-BF9B-21DA-D2D5-070B169B3E60}"/>
              </a:ext>
            </a:extLst>
          </p:cNvPr>
          <p:cNvSpPr>
            <a:spLocks noGrp="1"/>
          </p:cNvSpPr>
          <p:nvPr>
            <p:ph type="body" sz="quarter" idx="22" hasCustomPrompt="1"/>
          </p:nvPr>
        </p:nvSpPr>
        <p:spPr>
          <a:xfrm>
            <a:off x="597207"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
        <p:nvSpPr>
          <p:cNvPr id="34" name="Text Placeholder 14">
            <a:extLst>
              <a:ext uri="{FF2B5EF4-FFF2-40B4-BE49-F238E27FC236}">
                <a16:creationId xmlns:a16="http://schemas.microsoft.com/office/drawing/2014/main" id="{29F38ECE-D5E8-AD6D-882C-3A2FFD50809A}"/>
              </a:ext>
            </a:extLst>
          </p:cNvPr>
          <p:cNvSpPr>
            <a:spLocks noGrp="1"/>
          </p:cNvSpPr>
          <p:nvPr>
            <p:ph type="body" sz="quarter" idx="42" hasCustomPrompt="1"/>
          </p:nvPr>
        </p:nvSpPr>
        <p:spPr>
          <a:xfrm>
            <a:off x="5432656" y="2734159"/>
            <a:ext cx="1320994" cy="1320994"/>
          </a:xfrm>
          <a:prstGeom prst="arc">
            <a:avLst>
              <a:gd name="adj1" fmla="val 16200000"/>
              <a:gd name="adj2" fmla="val 13391445"/>
            </a:avLst>
          </a:prstGeom>
          <a:noFill/>
          <a:ln w="190500" cap="flat">
            <a:solidFill>
              <a:schemeClr val="bg1"/>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lgn="ctr">
              <a:buNone/>
              <a:defRPr lang="en-GB" sz="1800" dirty="0">
                <a:solidFill>
                  <a:sysClr val="windowText" lastClr="000000"/>
                </a:solidFill>
              </a:defRPr>
            </a:lvl1pPr>
          </a:lstStyle>
          <a:p>
            <a:pPr lvl="0" algn="ctr" defTabSz="914400"/>
            <a:r>
              <a:rPr lang="en-US" dirty="0"/>
              <a:t> </a:t>
            </a:r>
            <a:endParaRPr lang="en-GB" dirty="0"/>
          </a:p>
        </p:txBody>
      </p:sp>
      <p:sp>
        <p:nvSpPr>
          <p:cNvPr id="39" name="Text Placeholder 14">
            <a:extLst>
              <a:ext uri="{FF2B5EF4-FFF2-40B4-BE49-F238E27FC236}">
                <a16:creationId xmlns:a16="http://schemas.microsoft.com/office/drawing/2014/main" id="{E3201F48-20C9-F8A6-330C-4A90EB536FF0}"/>
              </a:ext>
            </a:extLst>
          </p:cNvPr>
          <p:cNvSpPr>
            <a:spLocks noGrp="1"/>
          </p:cNvSpPr>
          <p:nvPr>
            <p:ph type="body" sz="quarter" idx="46" hasCustomPrompt="1"/>
          </p:nvPr>
        </p:nvSpPr>
        <p:spPr>
          <a:xfrm>
            <a:off x="9179624" y="2734159"/>
            <a:ext cx="1320994" cy="1320994"/>
          </a:xfrm>
          <a:prstGeom prst="arc">
            <a:avLst>
              <a:gd name="adj1" fmla="val 16200000"/>
              <a:gd name="adj2" fmla="val 13391445"/>
            </a:avLst>
          </a:prstGeom>
          <a:noFill/>
          <a:ln w="190500" cap="flat">
            <a:solidFill>
              <a:schemeClr val="bg1"/>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lgn="ctr">
              <a:buNone/>
              <a:defRPr lang="en-GB" sz="1800" dirty="0">
                <a:solidFill>
                  <a:sysClr val="windowText" lastClr="000000"/>
                </a:solidFill>
              </a:defRPr>
            </a:lvl1pPr>
          </a:lstStyle>
          <a:p>
            <a:pPr lvl="0" algn="ctr" defTabSz="914400"/>
            <a:r>
              <a:rPr lang="en-US" dirty="0"/>
              <a:t> </a:t>
            </a:r>
            <a:endParaRPr lang="en-GB" dirty="0"/>
          </a:p>
        </p:txBody>
      </p:sp>
      <p:sp>
        <p:nvSpPr>
          <p:cNvPr id="35" name="Percent Placeholder">
            <a:extLst>
              <a:ext uri="{FF2B5EF4-FFF2-40B4-BE49-F238E27FC236}">
                <a16:creationId xmlns:a16="http://schemas.microsoft.com/office/drawing/2014/main" id="{E85AFD5C-F2F1-0251-6C76-4885059D7B42}"/>
              </a:ext>
            </a:extLst>
          </p:cNvPr>
          <p:cNvSpPr>
            <a:spLocks noGrp="1"/>
          </p:cNvSpPr>
          <p:nvPr>
            <p:ph type="body" idx="43" hasCustomPrompt="1"/>
          </p:nvPr>
        </p:nvSpPr>
        <p:spPr>
          <a:xfrm>
            <a:off x="5468274" y="3086880"/>
            <a:ext cx="1249759" cy="615553"/>
          </a:xfrm>
        </p:spPr>
        <p:txBody>
          <a:bodyPr lIns="0" tIns="0" rIns="0" bIns="0" anchor="ctr" anchorCtr="0">
            <a:noAutofit/>
          </a:bodyPr>
          <a:lstStyle>
            <a:lvl1pPr marL="0" indent="0" algn="ctr">
              <a:buNone/>
              <a:defRPr sz="32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43" name="Percent Placeholder">
            <a:extLst>
              <a:ext uri="{FF2B5EF4-FFF2-40B4-BE49-F238E27FC236}">
                <a16:creationId xmlns:a16="http://schemas.microsoft.com/office/drawing/2014/main" id="{A593289C-8CA0-9B3D-4CE4-A758F8E18C9B}"/>
              </a:ext>
            </a:extLst>
          </p:cNvPr>
          <p:cNvSpPr>
            <a:spLocks noGrp="1"/>
          </p:cNvSpPr>
          <p:nvPr>
            <p:ph type="body" idx="47" hasCustomPrompt="1"/>
          </p:nvPr>
        </p:nvSpPr>
        <p:spPr>
          <a:xfrm>
            <a:off x="9215242" y="3086880"/>
            <a:ext cx="1249759" cy="615553"/>
          </a:xfrm>
        </p:spPr>
        <p:txBody>
          <a:bodyPr lIns="0" tIns="0" rIns="0" bIns="0" anchor="ctr" anchorCtr="0">
            <a:noAutofit/>
          </a:bodyPr>
          <a:lstStyle>
            <a:lvl1pPr marL="0" indent="0" algn="ctr">
              <a:buNone/>
              <a:defRPr sz="32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Tree>
    <p:extLst>
      <p:ext uri="{BB962C8B-B14F-4D97-AF65-F5344CB8AC3E}">
        <p14:creationId xmlns:p14="http://schemas.microsoft.com/office/powerpoint/2010/main" val="9389836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Radial Bars C42V1">
    <p:bg>
      <p:bgPr>
        <a:solidFill>
          <a:schemeClr val="bg1"/>
        </a:solidFill>
        <a:effectLst/>
      </p:bgPr>
    </p:bg>
    <p:spTree>
      <p:nvGrpSpPr>
        <p:cNvPr id="1" name=""/>
        <p:cNvGrpSpPr/>
        <p:nvPr/>
      </p:nvGrpSpPr>
      <p:grpSpPr>
        <a:xfrm>
          <a:off x="0" y="0"/>
          <a:ext cx="0" cy="0"/>
          <a:chOff x="0" y="0"/>
          <a:chExt cx="0" cy="0"/>
        </a:xfrm>
      </p:grpSpPr>
      <p:sp>
        <p:nvSpPr>
          <p:cNvPr id="37" name="Text Placeholder 2">
            <a:extLst>
              <a:ext uri="{FF2B5EF4-FFF2-40B4-BE49-F238E27FC236}">
                <a16:creationId xmlns:a16="http://schemas.microsoft.com/office/drawing/2014/main" id="{4CFD6951-2B26-71A4-843F-BEC7C30DEC1C}"/>
              </a:ext>
            </a:extLst>
          </p:cNvPr>
          <p:cNvSpPr>
            <a:spLocks noGrp="1"/>
          </p:cNvSpPr>
          <p:nvPr>
            <p:ph type="body" idx="25" hasCustomPrompt="1"/>
          </p:nvPr>
        </p:nvSpPr>
        <p:spPr>
          <a:xfrm>
            <a:off x="587374" y="5230981"/>
            <a:ext cx="3529014" cy="1038746"/>
          </a:xfrm>
        </p:spPr>
        <p:txBody>
          <a:bodyPr lIns="108000" tIns="0" rIns="10800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8" name="Subtitle Placeholder">
            <a:extLst>
              <a:ext uri="{FF2B5EF4-FFF2-40B4-BE49-F238E27FC236}">
                <a16:creationId xmlns:a16="http://schemas.microsoft.com/office/drawing/2014/main" id="{9381AB56-D8E5-FBC1-7A41-348A0603CD6A}"/>
              </a:ext>
            </a:extLst>
          </p:cNvPr>
          <p:cNvSpPr>
            <a:spLocks noGrp="1"/>
          </p:cNvSpPr>
          <p:nvPr>
            <p:ph type="body" idx="24" hasCustomPrompt="1"/>
          </p:nvPr>
        </p:nvSpPr>
        <p:spPr>
          <a:xfrm>
            <a:off x="587374" y="4260339"/>
            <a:ext cx="3529014" cy="942717"/>
          </a:xfrm>
        </p:spPr>
        <p:txBody>
          <a:bodyPr wrap="square" lIns="108000" tIns="216000" rIns="108000" bIns="108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1" name="Text Placeholder 2">
            <a:extLst>
              <a:ext uri="{FF2B5EF4-FFF2-40B4-BE49-F238E27FC236}">
                <a16:creationId xmlns:a16="http://schemas.microsoft.com/office/drawing/2014/main" id="{49C5B22F-1D00-F62F-6E27-9F7AD620B3B4}"/>
              </a:ext>
            </a:extLst>
          </p:cNvPr>
          <p:cNvSpPr>
            <a:spLocks noGrp="1"/>
          </p:cNvSpPr>
          <p:nvPr>
            <p:ph type="body" idx="26" hasCustomPrompt="1"/>
          </p:nvPr>
        </p:nvSpPr>
        <p:spPr>
          <a:xfrm>
            <a:off x="4332388" y="5230996"/>
            <a:ext cx="3529014" cy="1040400"/>
          </a:xfrm>
        </p:spPr>
        <p:txBody>
          <a:bodyPr lIns="108000" tIns="0" rIns="10800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2" name="Subtitle Placeholder">
            <a:extLst>
              <a:ext uri="{FF2B5EF4-FFF2-40B4-BE49-F238E27FC236}">
                <a16:creationId xmlns:a16="http://schemas.microsoft.com/office/drawing/2014/main" id="{1547E5EC-7DE8-DBB2-79FD-8907197130CB}"/>
              </a:ext>
            </a:extLst>
          </p:cNvPr>
          <p:cNvSpPr>
            <a:spLocks noGrp="1"/>
          </p:cNvSpPr>
          <p:nvPr>
            <p:ph type="body" idx="27" hasCustomPrompt="1"/>
          </p:nvPr>
        </p:nvSpPr>
        <p:spPr>
          <a:xfrm>
            <a:off x="4332388" y="4260339"/>
            <a:ext cx="3529014" cy="942717"/>
          </a:xfrm>
        </p:spPr>
        <p:txBody>
          <a:bodyPr wrap="square" lIns="108000" tIns="216000" rIns="108000" bIns="108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5" name="Text Placeholder 2">
            <a:extLst>
              <a:ext uri="{FF2B5EF4-FFF2-40B4-BE49-F238E27FC236}">
                <a16:creationId xmlns:a16="http://schemas.microsoft.com/office/drawing/2014/main" id="{F891FD97-B7EA-F5E6-E1D0-74D6DBC0F4BC}"/>
              </a:ext>
            </a:extLst>
          </p:cNvPr>
          <p:cNvSpPr>
            <a:spLocks noGrp="1"/>
          </p:cNvSpPr>
          <p:nvPr>
            <p:ph type="body" idx="28" hasCustomPrompt="1"/>
          </p:nvPr>
        </p:nvSpPr>
        <p:spPr>
          <a:xfrm>
            <a:off x="8075614" y="5230996"/>
            <a:ext cx="3529014" cy="1040400"/>
          </a:xfrm>
        </p:spPr>
        <p:txBody>
          <a:bodyPr lIns="108000" tIns="0" rIns="10800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a:p>
            <a:pPr lvl="0"/>
            <a:endParaRPr lang="en-US" dirty="0"/>
          </a:p>
        </p:txBody>
      </p:sp>
      <p:sp>
        <p:nvSpPr>
          <p:cNvPr id="46" name="Subtitle Placeholder">
            <a:extLst>
              <a:ext uri="{FF2B5EF4-FFF2-40B4-BE49-F238E27FC236}">
                <a16:creationId xmlns:a16="http://schemas.microsoft.com/office/drawing/2014/main" id="{D0EEDCE7-8068-CF9C-885B-9F87E538F3F8}"/>
              </a:ext>
            </a:extLst>
          </p:cNvPr>
          <p:cNvSpPr>
            <a:spLocks noGrp="1"/>
          </p:cNvSpPr>
          <p:nvPr>
            <p:ph type="body" idx="29" hasCustomPrompt="1"/>
          </p:nvPr>
        </p:nvSpPr>
        <p:spPr>
          <a:xfrm>
            <a:off x="8075614" y="4260339"/>
            <a:ext cx="3529014" cy="942717"/>
          </a:xfrm>
        </p:spPr>
        <p:txBody>
          <a:bodyPr wrap="square" lIns="108000" tIns="216000" rIns="108000" bIns="108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 name="Percent Placeholder">
            <a:extLst>
              <a:ext uri="{FF2B5EF4-FFF2-40B4-BE49-F238E27FC236}">
                <a16:creationId xmlns:a16="http://schemas.microsoft.com/office/drawing/2014/main" id="{CD65E890-E2F6-BDD9-7A20-2F1E95973921}"/>
              </a:ext>
            </a:extLst>
          </p:cNvPr>
          <p:cNvSpPr>
            <a:spLocks noGrp="1"/>
          </p:cNvSpPr>
          <p:nvPr>
            <p:ph type="body" idx="35" hasCustomPrompt="1"/>
          </p:nvPr>
        </p:nvSpPr>
        <p:spPr>
          <a:xfrm>
            <a:off x="1727002" y="3084175"/>
            <a:ext cx="1249759" cy="615553"/>
          </a:xfrm>
        </p:spPr>
        <p:txBody>
          <a:bodyPr lIns="0" tIns="0" rIns="0" bIns="0" anchor="ctr" anchorCtr="0">
            <a:noAutofit/>
          </a:bodyPr>
          <a:lstStyle>
            <a:lvl1pPr marL="0" indent="0" algn="ctr">
              <a:buNone/>
              <a:defRPr sz="32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19" name="Text Placeholder 2">
            <a:extLst>
              <a:ext uri="{FF2B5EF4-FFF2-40B4-BE49-F238E27FC236}">
                <a16:creationId xmlns:a16="http://schemas.microsoft.com/office/drawing/2014/main" id="{BBD72DBC-7C33-0F7A-6565-5DA989FC68A5}"/>
              </a:ext>
            </a:extLst>
          </p:cNvPr>
          <p:cNvSpPr>
            <a:spLocks noGrp="1"/>
          </p:cNvSpPr>
          <p:nvPr>
            <p:ph type="body" idx="43" hasCustomPrompt="1"/>
          </p:nvPr>
        </p:nvSpPr>
        <p:spPr>
          <a:xfrm>
            <a:off x="5472017" y="3084175"/>
            <a:ext cx="1249759" cy="615553"/>
          </a:xfrm>
        </p:spPr>
        <p:txBody>
          <a:bodyPr lIns="0" tIns="0" rIns="0" bIns="0" anchor="ctr" anchorCtr="0">
            <a:noAutofit/>
          </a:bodyPr>
          <a:lstStyle>
            <a:lvl1pPr marL="0" indent="0" algn="ctr">
              <a:buNone/>
              <a:defRPr sz="32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0" name="Text Placeholder 14">
            <a:extLst>
              <a:ext uri="{FF2B5EF4-FFF2-40B4-BE49-F238E27FC236}">
                <a16:creationId xmlns:a16="http://schemas.microsoft.com/office/drawing/2014/main" id="{5A713495-68A9-5C01-1A51-3A4E4F70C755}"/>
              </a:ext>
            </a:extLst>
          </p:cNvPr>
          <p:cNvSpPr>
            <a:spLocks noGrp="1"/>
          </p:cNvSpPr>
          <p:nvPr>
            <p:ph type="body" sz="quarter" idx="46" hasCustomPrompt="1"/>
          </p:nvPr>
        </p:nvSpPr>
        <p:spPr>
          <a:xfrm>
            <a:off x="9179624" y="2731454"/>
            <a:ext cx="1320994" cy="1320994"/>
          </a:xfrm>
          <a:prstGeom prst="arc">
            <a:avLst>
              <a:gd name="adj1" fmla="val 16200000"/>
              <a:gd name="adj2" fmla="val 13391445"/>
            </a:avLst>
          </a:prstGeom>
          <a:noFill/>
          <a:ln w="190500" cap="flat">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lgn="ctr">
              <a:buNone/>
              <a:defRPr lang="en-GB" sz="1800" dirty="0">
                <a:solidFill>
                  <a:sysClr val="windowText" lastClr="000000"/>
                </a:solidFill>
              </a:defRPr>
            </a:lvl1pPr>
          </a:lstStyle>
          <a:p>
            <a:pPr lvl="0" algn="ctr" defTabSz="914400"/>
            <a:r>
              <a:rPr lang="en-US" dirty="0"/>
              <a:t> </a:t>
            </a:r>
            <a:endParaRPr lang="en-GB" dirty="0"/>
          </a:p>
        </p:txBody>
      </p:sp>
      <p:sp>
        <p:nvSpPr>
          <p:cNvPr id="21" name="Percent Placeholder">
            <a:extLst>
              <a:ext uri="{FF2B5EF4-FFF2-40B4-BE49-F238E27FC236}">
                <a16:creationId xmlns:a16="http://schemas.microsoft.com/office/drawing/2014/main" id="{E70050CE-C9F3-832F-0D1B-27881ED09D26}"/>
              </a:ext>
            </a:extLst>
          </p:cNvPr>
          <p:cNvSpPr>
            <a:spLocks noGrp="1"/>
          </p:cNvSpPr>
          <p:nvPr>
            <p:ph type="body" idx="47" hasCustomPrompt="1"/>
          </p:nvPr>
        </p:nvSpPr>
        <p:spPr>
          <a:xfrm>
            <a:off x="9215242" y="3084175"/>
            <a:ext cx="1249759" cy="615553"/>
          </a:xfrm>
        </p:spPr>
        <p:txBody>
          <a:bodyPr lIns="0" tIns="0" rIns="0" bIns="0" anchor="ctr" anchorCtr="0">
            <a:noAutofit/>
          </a:bodyPr>
          <a:lstStyle>
            <a:lvl1pPr marL="0" indent="0" algn="ctr">
              <a:buNone/>
              <a:defRPr sz="32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5" name="Oval 2">
            <a:extLst>
              <a:ext uri="{FF2B5EF4-FFF2-40B4-BE49-F238E27FC236}">
                <a16:creationId xmlns:a16="http://schemas.microsoft.com/office/drawing/2014/main" id="{481760A1-7A91-17EE-1230-F35AA70FC306}"/>
              </a:ext>
            </a:extLst>
          </p:cNvPr>
          <p:cNvSpPr/>
          <p:nvPr userDrawn="1"/>
        </p:nvSpPr>
        <p:spPr>
          <a:xfrm>
            <a:off x="5436399" y="2731248"/>
            <a:ext cx="1321200" cy="1321200"/>
          </a:xfrm>
          <a:prstGeom prst="ellipse">
            <a:avLst/>
          </a:prstGeom>
          <a:noFill/>
          <a:ln w="190500">
            <a:solidFill>
              <a:schemeClr val="accent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6" name="Oval 2">
            <a:extLst>
              <a:ext uri="{FF2B5EF4-FFF2-40B4-BE49-F238E27FC236}">
                <a16:creationId xmlns:a16="http://schemas.microsoft.com/office/drawing/2014/main" id="{DDBA6A54-4B8B-8F73-ABB8-C973CF12B5F6}"/>
              </a:ext>
            </a:extLst>
          </p:cNvPr>
          <p:cNvSpPr/>
          <p:nvPr userDrawn="1"/>
        </p:nvSpPr>
        <p:spPr>
          <a:xfrm>
            <a:off x="9179624" y="2731248"/>
            <a:ext cx="1321200" cy="1321200"/>
          </a:xfrm>
          <a:prstGeom prst="ellipse">
            <a:avLst/>
          </a:prstGeom>
          <a:noFill/>
          <a:ln w="190500">
            <a:solidFill>
              <a:schemeClr val="accent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Oval 2">
            <a:extLst>
              <a:ext uri="{FF2B5EF4-FFF2-40B4-BE49-F238E27FC236}">
                <a16:creationId xmlns:a16="http://schemas.microsoft.com/office/drawing/2014/main" id="{079354BF-5E83-3F42-8884-4562362A58C6}"/>
              </a:ext>
            </a:extLst>
          </p:cNvPr>
          <p:cNvSpPr/>
          <p:nvPr userDrawn="1"/>
        </p:nvSpPr>
        <p:spPr>
          <a:xfrm>
            <a:off x="1691384" y="2731248"/>
            <a:ext cx="1321200" cy="1321200"/>
          </a:xfrm>
          <a:prstGeom prst="ellipse">
            <a:avLst/>
          </a:prstGeom>
          <a:noFill/>
          <a:ln w="190500">
            <a:solidFill>
              <a:schemeClr val="accent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 name="Title 1">
            <a:extLst>
              <a:ext uri="{FF2B5EF4-FFF2-40B4-BE49-F238E27FC236}">
                <a16:creationId xmlns:a16="http://schemas.microsoft.com/office/drawing/2014/main" id="{B066C2E0-EACD-7CB7-D754-91C063112B61}"/>
              </a:ext>
            </a:extLst>
          </p:cNvPr>
          <p:cNvSpPr>
            <a:spLocks noGrp="1"/>
          </p:cNvSpPr>
          <p:nvPr>
            <p:ph type="title" hasCustomPrompt="1"/>
          </p:nvPr>
        </p:nvSpPr>
        <p:spPr>
          <a:xfrm>
            <a:off x="597207" y="1309407"/>
            <a:ext cx="11007419" cy="664797"/>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8" name="Footer Placeholder">
            <a:extLst>
              <a:ext uri="{FF2B5EF4-FFF2-40B4-BE49-F238E27FC236}">
                <a16:creationId xmlns:a16="http://schemas.microsoft.com/office/drawing/2014/main" id="{8BC30C52-2E4B-997C-2653-0DDD0A2C87FD}"/>
              </a:ext>
            </a:extLst>
          </p:cNvPr>
          <p:cNvSpPr>
            <a:spLocks noGrp="1"/>
          </p:cNvSpPr>
          <p:nvPr>
            <p:ph type="body" sz="quarter" idx="22" hasCustomPrompt="1"/>
          </p:nvPr>
        </p:nvSpPr>
        <p:spPr>
          <a:xfrm>
            <a:off x="597207"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
        <p:nvSpPr>
          <p:cNvPr id="18" name="Percent Placeholder">
            <a:extLst>
              <a:ext uri="{FF2B5EF4-FFF2-40B4-BE49-F238E27FC236}">
                <a16:creationId xmlns:a16="http://schemas.microsoft.com/office/drawing/2014/main" id="{BB638B40-764B-408F-CBDB-6A618B51182D}"/>
              </a:ext>
            </a:extLst>
          </p:cNvPr>
          <p:cNvSpPr>
            <a:spLocks noGrp="1"/>
          </p:cNvSpPr>
          <p:nvPr>
            <p:ph type="body" sz="quarter" idx="42" hasCustomPrompt="1"/>
          </p:nvPr>
        </p:nvSpPr>
        <p:spPr>
          <a:xfrm>
            <a:off x="5436399" y="2731454"/>
            <a:ext cx="1320994" cy="1320994"/>
          </a:xfrm>
          <a:prstGeom prst="arc">
            <a:avLst>
              <a:gd name="adj1" fmla="val 16200000"/>
              <a:gd name="adj2" fmla="val 13391445"/>
            </a:avLst>
          </a:prstGeom>
          <a:noFill/>
          <a:ln w="190500" cap="flat">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lgn="ctr">
              <a:buNone/>
              <a:defRPr lang="en-GB" sz="1800" dirty="0">
                <a:solidFill>
                  <a:sysClr val="windowText" lastClr="000000"/>
                </a:solidFill>
              </a:defRPr>
            </a:lvl1pPr>
          </a:lstStyle>
          <a:p>
            <a:pPr lvl="0" algn="ctr" defTabSz="914400"/>
            <a:r>
              <a:rPr lang="en-US" dirty="0"/>
              <a:t> </a:t>
            </a:r>
            <a:endParaRPr lang="en-GB" dirty="0"/>
          </a:p>
        </p:txBody>
      </p:sp>
      <p:sp>
        <p:nvSpPr>
          <p:cNvPr id="5" name="Text Placeholder 14">
            <a:extLst>
              <a:ext uri="{FF2B5EF4-FFF2-40B4-BE49-F238E27FC236}">
                <a16:creationId xmlns:a16="http://schemas.microsoft.com/office/drawing/2014/main" id="{C2D6FF2F-C95E-8389-A80F-90BACBE1672F}"/>
              </a:ext>
            </a:extLst>
          </p:cNvPr>
          <p:cNvSpPr>
            <a:spLocks noGrp="1"/>
          </p:cNvSpPr>
          <p:nvPr>
            <p:ph type="body" sz="quarter" idx="34" hasCustomPrompt="1"/>
          </p:nvPr>
        </p:nvSpPr>
        <p:spPr>
          <a:xfrm>
            <a:off x="1691384" y="2731454"/>
            <a:ext cx="1320994" cy="1320994"/>
          </a:xfrm>
          <a:prstGeom prst="arc">
            <a:avLst>
              <a:gd name="adj1" fmla="val 16200000"/>
              <a:gd name="adj2" fmla="val 13391445"/>
            </a:avLst>
          </a:prstGeom>
          <a:noFill/>
          <a:ln w="190500" cap="flat">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lgn="ctr">
              <a:buNone/>
              <a:defRPr lang="en-GB" sz="1800" dirty="0">
                <a:solidFill>
                  <a:sysClr val="windowText" lastClr="000000"/>
                </a:solidFill>
              </a:defRPr>
            </a:lvl1pPr>
          </a:lstStyle>
          <a:p>
            <a:pPr lvl="0" algn="ctr" defTabSz="914400"/>
            <a:r>
              <a:rPr lang="en-US" dirty="0"/>
              <a:t> </a:t>
            </a:r>
            <a:endParaRPr lang="en-GB" dirty="0"/>
          </a:p>
        </p:txBody>
      </p:sp>
    </p:spTree>
    <p:extLst>
      <p:ext uri="{BB962C8B-B14F-4D97-AF65-F5344CB8AC3E}">
        <p14:creationId xmlns:p14="http://schemas.microsoft.com/office/powerpoint/2010/main" val="38413593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Radial Bars C43V1">
    <p:bg>
      <p:bgPr>
        <a:solidFill>
          <a:schemeClr val="bg1"/>
        </a:solidFill>
        <a:effectLst/>
      </p:bgPr>
    </p:bg>
    <p:spTree>
      <p:nvGrpSpPr>
        <p:cNvPr id="1" name=""/>
        <p:cNvGrpSpPr/>
        <p:nvPr/>
      </p:nvGrpSpPr>
      <p:grpSpPr>
        <a:xfrm>
          <a:off x="0" y="0"/>
          <a:ext cx="0" cy="0"/>
          <a:chOff x="0" y="0"/>
          <a:chExt cx="0" cy="0"/>
        </a:xfrm>
      </p:grpSpPr>
      <p:sp>
        <p:nvSpPr>
          <p:cNvPr id="37" name="Text Placeholder">
            <a:extLst>
              <a:ext uri="{FF2B5EF4-FFF2-40B4-BE49-F238E27FC236}">
                <a16:creationId xmlns:a16="http://schemas.microsoft.com/office/drawing/2014/main" id="{4CFD6951-2B26-71A4-843F-BEC7C30DEC1C}"/>
              </a:ext>
            </a:extLst>
          </p:cNvPr>
          <p:cNvSpPr>
            <a:spLocks noGrp="1"/>
          </p:cNvSpPr>
          <p:nvPr>
            <p:ph type="body" idx="25" hasCustomPrompt="1"/>
          </p:nvPr>
        </p:nvSpPr>
        <p:spPr>
          <a:xfrm>
            <a:off x="587374" y="5024901"/>
            <a:ext cx="2592000" cy="1246495"/>
          </a:xfrm>
        </p:spPr>
        <p:txBody>
          <a:bodyPr lIns="108000" tIns="0" rIns="10800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8" name="Subtitle Placeholder">
            <a:extLst>
              <a:ext uri="{FF2B5EF4-FFF2-40B4-BE49-F238E27FC236}">
                <a16:creationId xmlns:a16="http://schemas.microsoft.com/office/drawing/2014/main" id="{9381AB56-D8E5-FBC1-7A41-348A0603CD6A}"/>
              </a:ext>
            </a:extLst>
          </p:cNvPr>
          <p:cNvSpPr>
            <a:spLocks noGrp="1"/>
          </p:cNvSpPr>
          <p:nvPr>
            <p:ph type="body" idx="24" hasCustomPrompt="1"/>
          </p:nvPr>
        </p:nvSpPr>
        <p:spPr>
          <a:xfrm>
            <a:off x="587374" y="4112134"/>
            <a:ext cx="2592000" cy="906366"/>
          </a:xfrm>
        </p:spPr>
        <p:txBody>
          <a:bodyPr wrap="square" lIns="108000" tIns="216000" rIns="108000" bIns="72000" anchor="t"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1" name="Text Placeholder">
            <a:extLst>
              <a:ext uri="{FF2B5EF4-FFF2-40B4-BE49-F238E27FC236}">
                <a16:creationId xmlns:a16="http://schemas.microsoft.com/office/drawing/2014/main" id="{49C5B22F-1D00-F62F-6E27-9F7AD620B3B4}"/>
              </a:ext>
            </a:extLst>
          </p:cNvPr>
          <p:cNvSpPr>
            <a:spLocks noGrp="1"/>
          </p:cNvSpPr>
          <p:nvPr>
            <p:ph type="body" idx="26" hasCustomPrompt="1"/>
          </p:nvPr>
        </p:nvSpPr>
        <p:spPr>
          <a:xfrm>
            <a:off x="3396050" y="5024738"/>
            <a:ext cx="2592000" cy="1245600"/>
          </a:xfrm>
        </p:spPr>
        <p:txBody>
          <a:bodyPr lIns="108000" tIns="0" rIns="10800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2" name="Subtitle Placeholder">
            <a:extLst>
              <a:ext uri="{FF2B5EF4-FFF2-40B4-BE49-F238E27FC236}">
                <a16:creationId xmlns:a16="http://schemas.microsoft.com/office/drawing/2014/main" id="{1547E5EC-7DE8-DBB2-79FD-8907197130CB}"/>
              </a:ext>
            </a:extLst>
          </p:cNvPr>
          <p:cNvSpPr>
            <a:spLocks noGrp="1"/>
          </p:cNvSpPr>
          <p:nvPr>
            <p:ph type="body" idx="27" hasCustomPrompt="1"/>
          </p:nvPr>
        </p:nvSpPr>
        <p:spPr>
          <a:xfrm>
            <a:off x="3396050" y="4109730"/>
            <a:ext cx="2592000" cy="906366"/>
          </a:xfrm>
        </p:spPr>
        <p:txBody>
          <a:bodyPr wrap="square" lIns="108000" tIns="216000" rIns="108000" bIns="72000" anchor="t"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5" name="Text Placeholder">
            <a:extLst>
              <a:ext uri="{FF2B5EF4-FFF2-40B4-BE49-F238E27FC236}">
                <a16:creationId xmlns:a16="http://schemas.microsoft.com/office/drawing/2014/main" id="{F891FD97-B7EA-F5E6-E1D0-74D6DBC0F4BC}"/>
              </a:ext>
            </a:extLst>
          </p:cNvPr>
          <p:cNvSpPr>
            <a:spLocks noGrp="1"/>
          </p:cNvSpPr>
          <p:nvPr>
            <p:ph type="body" idx="28" hasCustomPrompt="1"/>
          </p:nvPr>
        </p:nvSpPr>
        <p:spPr>
          <a:xfrm>
            <a:off x="9012626" y="5024738"/>
            <a:ext cx="2592000" cy="1245600"/>
          </a:xfrm>
        </p:spPr>
        <p:txBody>
          <a:bodyPr lIns="108000" tIns="0" rIns="10800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a:p>
            <a:pPr lvl="0"/>
            <a:endParaRPr lang="en-US" dirty="0"/>
          </a:p>
        </p:txBody>
      </p:sp>
      <p:sp>
        <p:nvSpPr>
          <p:cNvPr id="46" name="Subtitle Placeholder">
            <a:extLst>
              <a:ext uri="{FF2B5EF4-FFF2-40B4-BE49-F238E27FC236}">
                <a16:creationId xmlns:a16="http://schemas.microsoft.com/office/drawing/2014/main" id="{D0EEDCE7-8068-CF9C-885B-9F87E538F3F8}"/>
              </a:ext>
            </a:extLst>
          </p:cNvPr>
          <p:cNvSpPr>
            <a:spLocks noGrp="1"/>
          </p:cNvSpPr>
          <p:nvPr>
            <p:ph type="body" idx="29" hasCustomPrompt="1"/>
          </p:nvPr>
        </p:nvSpPr>
        <p:spPr>
          <a:xfrm>
            <a:off x="9012626" y="4107598"/>
            <a:ext cx="2592000" cy="906366"/>
          </a:xfrm>
        </p:spPr>
        <p:txBody>
          <a:bodyPr wrap="square" lIns="108000" tIns="216000" rIns="108000" bIns="72000" anchor="t"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10" name="Text Placeholder 14">
            <a:extLst>
              <a:ext uri="{FF2B5EF4-FFF2-40B4-BE49-F238E27FC236}">
                <a16:creationId xmlns:a16="http://schemas.microsoft.com/office/drawing/2014/main" id="{7A7BCCB3-D9AA-852F-2A4B-40A25CDB6718}"/>
              </a:ext>
            </a:extLst>
          </p:cNvPr>
          <p:cNvSpPr>
            <a:spLocks noGrp="1"/>
          </p:cNvSpPr>
          <p:nvPr>
            <p:ph type="body" sz="quarter" idx="34" hasCustomPrompt="1"/>
          </p:nvPr>
        </p:nvSpPr>
        <p:spPr>
          <a:xfrm>
            <a:off x="1223071" y="2581114"/>
            <a:ext cx="1320994" cy="1320994"/>
          </a:xfrm>
          <a:prstGeom prst="arc">
            <a:avLst>
              <a:gd name="adj1" fmla="val 16200000"/>
              <a:gd name="adj2" fmla="val 13391445"/>
            </a:avLst>
          </a:prstGeom>
          <a:noFill/>
          <a:ln w="190500" cap="sq">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lgn="ctr">
              <a:buNone/>
              <a:defRPr lang="en-GB" sz="1800" dirty="0">
                <a:solidFill>
                  <a:sysClr val="windowText" lastClr="000000"/>
                </a:solidFill>
              </a:defRPr>
            </a:lvl1pPr>
          </a:lstStyle>
          <a:p>
            <a:pPr lvl="0" algn="ctr" defTabSz="914400"/>
            <a:r>
              <a:rPr lang="en-US" dirty="0"/>
              <a:t> </a:t>
            </a:r>
            <a:endParaRPr lang="en-GB" dirty="0"/>
          </a:p>
        </p:txBody>
      </p:sp>
      <p:sp>
        <p:nvSpPr>
          <p:cNvPr id="13" name="Percent Placeholder">
            <a:extLst>
              <a:ext uri="{FF2B5EF4-FFF2-40B4-BE49-F238E27FC236}">
                <a16:creationId xmlns:a16="http://schemas.microsoft.com/office/drawing/2014/main" id="{403BAF33-4CBC-96BE-3BF6-5F0A188F3054}"/>
              </a:ext>
            </a:extLst>
          </p:cNvPr>
          <p:cNvSpPr>
            <a:spLocks noGrp="1"/>
          </p:cNvSpPr>
          <p:nvPr>
            <p:ph type="body" idx="35" hasCustomPrompt="1"/>
          </p:nvPr>
        </p:nvSpPr>
        <p:spPr>
          <a:xfrm>
            <a:off x="1258689" y="2933835"/>
            <a:ext cx="1249759" cy="615553"/>
          </a:xfrm>
        </p:spPr>
        <p:txBody>
          <a:bodyPr lIns="0" tIns="0" rIns="0" bIns="0" anchor="ctr" anchorCtr="0">
            <a:noAutofit/>
          </a:bodyPr>
          <a:lstStyle>
            <a:lvl1pPr marL="0" indent="0" algn="ctr">
              <a:buNone/>
              <a:defRPr sz="32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0" name="Text Placeholder">
            <a:extLst>
              <a:ext uri="{FF2B5EF4-FFF2-40B4-BE49-F238E27FC236}">
                <a16:creationId xmlns:a16="http://schemas.microsoft.com/office/drawing/2014/main" id="{24A0C4B7-45CF-4564-9DDA-7BA0A5233D79}"/>
              </a:ext>
            </a:extLst>
          </p:cNvPr>
          <p:cNvSpPr>
            <a:spLocks noGrp="1"/>
          </p:cNvSpPr>
          <p:nvPr>
            <p:ph type="body" idx="40" hasCustomPrompt="1"/>
          </p:nvPr>
        </p:nvSpPr>
        <p:spPr>
          <a:xfrm>
            <a:off x="6204338" y="5024738"/>
            <a:ext cx="2592000" cy="1245600"/>
          </a:xfrm>
        </p:spPr>
        <p:txBody>
          <a:bodyPr lIns="108000" tIns="0" rIns="10800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1" name="Subtitle Placeholder">
            <a:extLst>
              <a:ext uri="{FF2B5EF4-FFF2-40B4-BE49-F238E27FC236}">
                <a16:creationId xmlns:a16="http://schemas.microsoft.com/office/drawing/2014/main" id="{93551150-92F6-A4BE-9F9F-BA4E6B49CAAA}"/>
              </a:ext>
            </a:extLst>
          </p:cNvPr>
          <p:cNvSpPr>
            <a:spLocks noGrp="1"/>
          </p:cNvSpPr>
          <p:nvPr>
            <p:ph type="body" idx="41" hasCustomPrompt="1"/>
          </p:nvPr>
        </p:nvSpPr>
        <p:spPr>
          <a:xfrm>
            <a:off x="6204338" y="4109730"/>
            <a:ext cx="2592000" cy="906366"/>
          </a:xfrm>
        </p:spPr>
        <p:txBody>
          <a:bodyPr wrap="square" lIns="108000" tIns="216000" rIns="108000" bIns="72000" anchor="t"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3" name="Percent Placeholder">
            <a:extLst>
              <a:ext uri="{FF2B5EF4-FFF2-40B4-BE49-F238E27FC236}">
                <a16:creationId xmlns:a16="http://schemas.microsoft.com/office/drawing/2014/main" id="{F849CD63-22F6-F711-C454-07CBB202B888}"/>
              </a:ext>
            </a:extLst>
          </p:cNvPr>
          <p:cNvSpPr>
            <a:spLocks noGrp="1"/>
          </p:cNvSpPr>
          <p:nvPr>
            <p:ph type="body" idx="43" hasCustomPrompt="1"/>
          </p:nvPr>
        </p:nvSpPr>
        <p:spPr>
          <a:xfrm>
            <a:off x="4067171" y="2933835"/>
            <a:ext cx="1249759" cy="615553"/>
          </a:xfrm>
        </p:spPr>
        <p:txBody>
          <a:bodyPr lIns="0" tIns="0" rIns="0" bIns="0" anchor="ctr" anchorCtr="0">
            <a:noAutofit/>
          </a:bodyPr>
          <a:lstStyle>
            <a:lvl1pPr marL="0" indent="0" algn="ctr">
              <a:buNone/>
              <a:defRPr sz="32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4" name="Text Placeholder 14">
            <a:extLst>
              <a:ext uri="{FF2B5EF4-FFF2-40B4-BE49-F238E27FC236}">
                <a16:creationId xmlns:a16="http://schemas.microsoft.com/office/drawing/2014/main" id="{C7C28D45-FC63-EE90-8818-D8043F1EC9F9}"/>
              </a:ext>
            </a:extLst>
          </p:cNvPr>
          <p:cNvSpPr>
            <a:spLocks noGrp="1"/>
          </p:cNvSpPr>
          <p:nvPr>
            <p:ph type="body" sz="quarter" idx="44" hasCustomPrompt="1"/>
          </p:nvPr>
        </p:nvSpPr>
        <p:spPr>
          <a:xfrm>
            <a:off x="6839841" y="2581114"/>
            <a:ext cx="1320994" cy="1320994"/>
          </a:xfrm>
          <a:prstGeom prst="arc">
            <a:avLst>
              <a:gd name="adj1" fmla="val 16200000"/>
              <a:gd name="adj2" fmla="val 13391445"/>
            </a:avLst>
          </a:prstGeom>
          <a:noFill/>
          <a:ln w="190500" cap="flat">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lgn="ctr">
              <a:buNone/>
              <a:defRPr lang="en-GB" sz="1800" dirty="0">
                <a:solidFill>
                  <a:sysClr val="windowText" lastClr="000000"/>
                </a:solidFill>
              </a:defRPr>
            </a:lvl1pPr>
          </a:lstStyle>
          <a:p>
            <a:pPr lvl="0" algn="ctr" defTabSz="914400"/>
            <a:r>
              <a:rPr lang="en-US" dirty="0"/>
              <a:t> </a:t>
            </a:r>
            <a:endParaRPr lang="en-GB" dirty="0"/>
          </a:p>
        </p:txBody>
      </p:sp>
      <p:sp>
        <p:nvSpPr>
          <p:cNvPr id="25" name="Percent Placeholder">
            <a:extLst>
              <a:ext uri="{FF2B5EF4-FFF2-40B4-BE49-F238E27FC236}">
                <a16:creationId xmlns:a16="http://schemas.microsoft.com/office/drawing/2014/main" id="{CE9E1205-9918-E822-AB11-AFFD90385826}"/>
              </a:ext>
            </a:extLst>
          </p:cNvPr>
          <p:cNvSpPr>
            <a:spLocks noGrp="1"/>
          </p:cNvSpPr>
          <p:nvPr>
            <p:ph type="body" idx="45" hasCustomPrompt="1"/>
          </p:nvPr>
        </p:nvSpPr>
        <p:spPr>
          <a:xfrm>
            <a:off x="6875459" y="2933835"/>
            <a:ext cx="1249759" cy="615553"/>
          </a:xfrm>
        </p:spPr>
        <p:txBody>
          <a:bodyPr lIns="0" tIns="0" rIns="0" bIns="0" anchor="ctr" anchorCtr="0">
            <a:noAutofit/>
          </a:bodyPr>
          <a:lstStyle>
            <a:lvl1pPr marL="0" indent="0" algn="ctr">
              <a:buNone/>
              <a:defRPr sz="32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6" name="Text Placeholder 14">
            <a:extLst>
              <a:ext uri="{FF2B5EF4-FFF2-40B4-BE49-F238E27FC236}">
                <a16:creationId xmlns:a16="http://schemas.microsoft.com/office/drawing/2014/main" id="{6B106A70-2C79-1431-1281-9979B3C24369}"/>
              </a:ext>
            </a:extLst>
          </p:cNvPr>
          <p:cNvSpPr>
            <a:spLocks noGrp="1"/>
          </p:cNvSpPr>
          <p:nvPr>
            <p:ph type="body" sz="quarter" idx="46" hasCustomPrompt="1"/>
          </p:nvPr>
        </p:nvSpPr>
        <p:spPr>
          <a:xfrm>
            <a:off x="9648129" y="2581114"/>
            <a:ext cx="1320994" cy="1320994"/>
          </a:xfrm>
          <a:prstGeom prst="arc">
            <a:avLst>
              <a:gd name="adj1" fmla="val 16200000"/>
              <a:gd name="adj2" fmla="val 13391445"/>
            </a:avLst>
          </a:prstGeom>
          <a:noFill/>
          <a:ln w="190500" cap="flat">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lgn="ctr">
              <a:buNone/>
              <a:defRPr lang="en-GB" sz="1800" dirty="0">
                <a:solidFill>
                  <a:sysClr val="windowText" lastClr="000000"/>
                </a:solidFill>
              </a:defRPr>
            </a:lvl1pPr>
          </a:lstStyle>
          <a:p>
            <a:pPr lvl="0" algn="ctr" defTabSz="914400"/>
            <a:r>
              <a:rPr lang="en-US" dirty="0"/>
              <a:t> </a:t>
            </a:r>
            <a:endParaRPr lang="en-GB" dirty="0"/>
          </a:p>
        </p:txBody>
      </p:sp>
      <p:sp>
        <p:nvSpPr>
          <p:cNvPr id="27" name="Percent Placeholder">
            <a:extLst>
              <a:ext uri="{FF2B5EF4-FFF2-40B4-BE49-F238E27FC236}">
                <a16:creationId xmlns:a16="http://schemas.microsoft.com/office/drawing/2014/main" id="{6863059D-C300-8BD5-E52E-97B06AE80782}"/>
              </a:ext>
            </a:extLst>
          </p:cNvPr>
          <p:cNvSpPr>
            <a:spLocks noGrp="1"/>
          </p:cNvSpPr>
          <p:nvPr>
            <p:ph type="body" idx="47" hasCustomPrompt="1"/>
          </p:nvPr>
        </p:nvSpPr>
        <p:spPr>
          <a:xfrm>
            <a:off x="9683747" y="2933835"/>
            <a:ext cx="1249759" cy="615553"/>
          </a:xfrm>
        </p:spPr>
        <p:txBody>
          <a:bodyPr lIns="0" tIns="0" rIns="0" bIns="0" anchor="ctr" anchorCtr="0">
            <a:noAutofit/>
          </a:bodyPr>
          <a:lstStyle>
            <a:lvl1pPr marL="0" indent="0" algn="ctr">
              <a:buNone/>
              <a:defRPr sz="32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31" name="Oval 2">
            <a:extLst>
              <a:ext uri="{FF2B5EF4-FFF2-40B4-BE49-F238E27FC236}">
                <a16:creationId xmlns:a16="http://schemas.microsoft.com/office/drawing/2014/main" id="{D2B63D1F-B956-FF34-0C9E-E506874EF6BF}"/>
              </a:ext>
            </a:extLst>
          </p:cNvPr>
          <p:cNvSpPr/>
          <p:nvPr userDrawn="1"/>
        </p:nvSpPr>
        <p:spPr>
          <a:xfrm>
            <a:off x="9648129" y="2580908"/>
            <a:ext cx="1321200" cy="1321200"/>
          </a:xfrm>
          <a:prstGeom prst="ellipse">
            <a:avLst/>
          </a:prstGeom>
          <a:noFill/>
          <a:ln w="190500">
            <a:solidFill>
              <a:schemeClr val="accent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2" name="Oval 2">
            <a:extLst>
              <a:ext uri="{FF2B5EF4-FFF2-40B4-BE49-F238E27FC236}">
                <a16:creationId xmlns:a16="http://schemas.microsoft.com/office/drawing/2014/main" id="{B60D29E6-E011-FBD2-7442-3996BDC743A9}"/>
              </a:ext>
            </a:extLst>
          </p:cNvPr>
          <p:cNvSpPr/>
          <p:nvPr userDrawn="1"/>
        </p:nvSpPr>
        <p:spPr>
          <a:xfrm>
            <a:off x="4031553" y="2580908"/>
            <a:ext cx="1321200" cy="1321200"/>
          </a:xfrm>
          <a:prstGeom prst="ellipse">
            <a:avLst/>
          </a:prstGeom>
          <a:noFill/>
          <a:ln w="190500">
            <a:solidFill>
              <a:schemeClr val="accent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Oval 2">
            <a:extLst>
              <a:ext uri="{FF2B5EF4-FFF2-40B4-BE49-F238E27FC236}">
                <a16:creationId xmlns:a16="http://schemas.microsoft.com/office/drawing/2014/main" id="{B3DD13BD-ECC7-A47A-0AA8-2B4843870F39}"/>
              </a:ext>
            </a:extLst>
          </p:cNvPr>
          <p:cNvSpPr/>
          <p:nvPr userDrawn="1"/>
        </p:nvSpPr>
        <p:spPr>
          <a:xfrm>
            <a:off x="6839841" y="2580908"/>
            <a:ext cx="1321200" cy="1321200"/>
          </a:xfrm>
          <a:prstGeom prst="ellipse">
            <a:avLst/>
          </a:prstGeom>
          <a:noFill/>
          <a:ln w="190500">
            <a:solidFill>
              <a:schemeClr val="accent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Oval 2">
            <a:extLst>
              <a:ext uri="{FF2B5EF4-FFF2-40B4-BE49-F238E27FC236}">
                <a16:creationId xmlns:a16="http://schemas.microsoft.com/office/drawing/2014/main" id="{3BCE7CC1-D125-B57C-AE09-65C0B9050ED2}"/>
              </a:ext>
            </a:extLst>
          </p:cNvPr>
          <p:cNvSpPr/>
          <p:nvPr userDrawn="1"/>
        </p:nvSpPr>
        <p:spPr>
          <a:xfrm>
            <a:off x="1223071" y="2580908"/>
            <a:ext cx="1321200" cy="1321200"/>
          </a:xfrm>
          <a:prstGeom prst="ellipse">
            <a:avLst/>
          </a:prstGeom>
          <a:noFill/>
          <a:ln w="190500">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 name="Заголовок 1">
            <a:extLst>
              <a:ext uri="{FF2B5EF4-FFF2-40B4-BE49-F238E27FC236}">
                <a16:creationId xmlns:a16="http://schemas.microsoft.com/office/drawing/2014/main" id="{B3BA5329-D9B2-E43A-776D-BFDDDF11DC27}"/>
              </a:ext>
            </a:extLst>
          </p:cNvPr>
          <p:cNvSpPr>
            <a:spLocks noGrp="1"/>
          </p:cNvSpPr>
          <p:nvPr>
            <p:ph type="title" hasCustomPrompt="1"/>
          </p:nvPr>
        </p:nvSpPr>
        <p:spPr>
          <a:xfrm>
            <a:off x="597207" y="1309407"/>
            <a:ext cx="11007419" cy="664797"/>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8" name="Footer Placeholder">
            <a:extLst>
              <a:ext uri="{FF2B5EF4-FFF2-40B4-BE49-F238E27FC236}">
                <a16:creationId xmlns:a16="http://schemas.microsoft.com/office/drawing/2014/main" id="{9B20CA71-DB3B-966F-8758-9F0BC456B027}"/>
              </a:ext>
            </a:extLst>
          </p:cNvPr>
          <p:cNvSpPr>
            <a:spLocks noGrp="1"/>
          </p:cNvSpPr>
          <p:nvPr>
            <p:ph type="body" sz="quarter" idx="22" hasCustomPrompt="1"/>
          </p:nvPr>
        </p:nvSpPr>
        <p:spPr>
          <a:xfrm>
            <a:off x="597207"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
        <p:nvSpPr>
          <p:cNvPr id="22" name="Text Placeholder 14">
            <a:extLst>
              <a:ext uri="{FF2B5EF4-FFF2-40B4-BE49-F238E27FC236}">
                <a16:creationId xmlns:a16="http://schemas.microsoft.com/office/drawing/2014/main" id="{03479C6A-7B63-AAD9-7CFB-B8104C690F76}"/>
              </a:ext>
            </a:extLst>
          </p:cNvPr>
          <p:cNvSpPr>
            <a:spLocks noGrp="1"/>
          </p:cNvSpPr>
          <p:nvPr>
            <p:ph type="body" sz="quarter" idx="42" hasCustomPrompt="1"/>
          </p:nvPr>
        </p:nvSpPr>
        <p:spPr>
          <a:xfrm>
            <a:off x="4031553" y="2581114"/>
            <a:ext cx="1320994" cy="1320994"/>
          </a:xfrm>
          <a:prstGeom prst="arc">
            <a:avLst>
              <a:gd name="adj1" fmla="val 16200000"/>
              <a:gd name="adj2" fmla="val 13391445"/>
            </a:avLst>
          </a:prstGeom>
          <a:noFill/>
          <a:ln w="190500" cap="flat">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lgn="ctr">
              <a:buNone/>
              <a:defRPr lang="en-GB" sz="1800" dirty="0">
                <a:solidFill>
                  <a:sysClr val="windowText" lastClr="000000"/>
                </a:solidFill>
              </a:defRPr>
            </a:lvl1pPr>
          </a:lstStyle>
          <a:p>
            <a:pPr lvl="0" algn="ctr" defTabSz="914400"/>
            <a:r>
              <a:rPr lang="en-US" dirty="0"/>
              <a:t> </a:t>
            </a:r>
            <a:endParaRPr lang="en-GB" dirty="0"/>
          </a:p>
        </p:txBody>
      </p:sp>
    </p:spTree>
    <p:extLst>
      <p:ext uri="{BB962C8B-B14F-4D97-AF65-F5344CB8AC3E}">
        <p14:creationId xmlns:p14="http://schemas.microsoft.com/office/powerpoint/2010/main" val="3233379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 Chart C44V2">
    <p:bg>
      <p:bgPr>
        <a:solidFill>
          <a:schemeClr val="bg2"/>
        </a:solidFill>
        <a:effectLst/>
      </p:bgPr>
    </p:bg>
    <p:spTree>
      <p:nvGrpSpPr>
        <p:cNvPr id="1" name=""/>
        <p:cNvGrpSpPr/>
        <p:nvPr/>
      </p:nvGrpSpPr>
      <p:grpSpPr>
        <a:xfrm>
          <a:off x="0" y="0"/>
          <a:ext cx="0" cy="0"/>
          <a:chOff x="0" y="0"/>
          <a:chExt cx="0" cy="0"/>
        </a:xfrm>
      </p:grpSpPr>
      <p:sp>
        <p:nvSpPr>
          <p:cNvPr id="17" name="Rounded Rectangle 16">
            <a:extLst>
              <a:ext uri="{FF2B5EF4-FFF2-40B4-BE49-F238E27FC236}">
                <a16:creationId xmlns:a16="http://schemas.microsoft.com/office/drawing/2014/main" id="{6B26CF51-714A-BC6E-7694-F2A5408B1EC9}"/>
              </a:ext>
            </a:extLst>
          </p:cNvPr>
          <p:cNvSpPr/>
          <p:nvPr userDrawn="1"/>
        </p:nvSpPr>
        <p:spPr>
          <a:xfrm>
            <a:off x="587374" y="2827725"/>
            <a:ext cx="5400676" cy="3445200"/>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4" name="Text Placeholder 2">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587374" y="3632357"/>
            <a:ext cx="5400674" cy="1454400"/>
          </a:xfrm>
        </p:spPr>
        <p:txBody>
          <a:bodyPr lIns="216000" tIns="432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587374" y="5114471"/>
            <a:ext cx="5400674" cy="1160827"/>
          </a:xfrm>
        </p:spPr>
        <p:txBody>
          <a:bodyPr wrap="square" lIns="216000" tIns="108000" rIns="216000" bIns="432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 name="Chart Placeholder 3">
            <a:extLst>
              <a:ext uri="{FF2B5EF4-FFF2-40B4-BE49-F238E27FC236}">
                <a16:creationId xmlns:a16="http://schemas.microsoft.com/office/drawing/2014/main" id="{F5A58C7B-689D-CDF8-7A5A-02F95BA44542}"/>
              </a:ext>
            </a:extLst>
          </p:cNvPr>
          <p:cNvSpPr>
            <a:spLocks noGrp="1"/>
          </p:cNvSpPr>
          <p:nvPr>
            <p:ph type="chart" sz="quarter" idx="26"/>
          </p:nvPr>
        </p:nvSpPr>
        <p:spPr>
          <a:xfrm>
            <a:off x="6203950" y="1304925"/>
            <a:ext cx="5400000" cy="4968000"/>
          </a:xfrm>
        </p:spPr>
        <p:txBody>
          <a:bodyPr/>
          <a:lstStyle/>
          <a:p>
            <a:endParaRPr lang="ru-RU"/>
          </a:p>
        </p:txBody>
      </p:sp>
      <p:sp>
        <p:nvSpPr>
          <p:cNvPr id="3" name="Title 1">
            <a:extLst>
              <a:ext uri="{FF2B5EF4-FFF2-40B4-BE49-F238E27FC236}">
                <a16:creationId xmlns:a16="http://schemas.microsoft.com/office/drawing/2014/main" id="{56A8CFD9-2560-BCF0-9680-501E33213DEC}"/>
              </a:ext>
            </a:extLst>
          </p:cNvPr>
          <p:cNvSpPr>
            <a:spLocks noGrp="1"/>
          </p:cNvSpPr>
          <p:nvPr>
            <p:ph type="title" hasCustomPrompt="1"/>
          </p:nvPr>
        </p:nvSpPr>
        <p:spPr>
          <a:xfrm>
            <a:off x="597208" y="1309407"/>
            <a:ext cx="5390840" cy="1329595"/>
          </a:xfrm>
          <a:prstGeom prst="rect">
            <a:avLst/>
          </a:prstGeom>
        </p:spPr>
        <p:txBody>
          <a:bodyPr vert="horz" wrap="square" lIns="0" tIns="0" rIns="0" bIns="0" rtlCol="0" anchor="ctr" anchorCtr="0">
            <a:noAutofit/>
          </a:bodyPr>
          <a:lstStyle>
            <a:lvl1pPr>
              <a:defRPr sz="4800"/>
            </a:lvl1pPr>
          </a:lstStyle>
          <a:p>
            <a:pPr lvl="0"/>
            <a:r>
              <a:rPr lang="en-US" dirty="0"/>
              <a:t>Click to edit Master text styles</a:t>
            </a:r>
            <a:endParaRPr lang="ru-RU" dirty="0"/>
          </a:p>
        </p:txBody>
      </p:sp>
      <p:sp>
        <p:nvSpPr>
          <p:cNvPr id="2" name="Ellipse">
            <a:extLst>
              <a:ext uri="{FF2B5EF4-FFF2-40B4-BE49-F238E27FC236}">
                <a16:creationId xmlns:a16="http://schemas.microsoft.com/office/drawing/2014/main" id="{3A520D8F-4DF8-E3F4-99F6-CE32A582E1F3}"/>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Ellipse">
            <a:extLst>
              <a:ext uri="{FF2B5EF4-FFF2-40B4-BE49-F238E27FC236}">
                <a16:creationId xmlns:a16="http://schemas.microsoft.com/office/drawing/2014/main" id="{995AA934-7349-D02F-9E5E-633DA6B7EDF6}"/>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5E05E83D-4D10-C5E0-650B-467258DB5C9E}"/>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Footer Placeholder">
            <a:extLst>
              <a:ext uri="{FF2B5EF4-FFF2-40B4-BE49-F238E27FC236}">
                <a16:creationId xmlns:a16="http://schemas.microsoft.com/office/drawing/2014/main" id="{02ED58C9-4BA2-1BCF-0067-8AFB2BE21FE6}"/>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
        <p:nvSpPr>
          <p:cNvPr id="8" name="Rectangle: Rounded Corners">
            <a:extLst>
              <a:ext uri="{FF2B5EF4-FFF2-40B4-BE49-F238E27FC236}">
                <a16:creationId xmlns:a16="http://schemas.microsoft.com/office/drawing/2014/main" id="{3CC11930-D2AD-A6C4-44B0-05E49609DB49}"/>
              </a:ext>
            </a:extLst>
          </p:cNvPr>
          <p:cNvSpPr/>
          <p:nvPr userDrawn="1"/>
        </p:nvSpPr>
        <p:spPr>
          <a:xfrm>
            <a:off x="803374" y="3042420"/>
            <a:ext cx="432000" cy="43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2" name="Graphic 11">
            <a:extLst>
              <a:ext uri="{FF2B5EF4-FFF2-40B4-BE49-F238E27FC236}">
                <a16:creationId xmlns:a16="http://schemas.microsoft.com/office/drawing/2014/main" id="{555E8D16-6EAC-5011-8069-8E248E0507A3}"/>
              </a:ext>
            </a:extLst>
          </p:cNvPr>
          <p:cNvPicPr>
            <a:picLocks noChangeAspect="1"/>
          </p:cNvPicPr>
          <p:nvPr userDrawn="1"/>
        </p:nvPicPr>
        <p:blipFill>
          <a:blip r:embed="rId2">
            <a:extLst>
              <a:ext uri="{96DAC541-7B7A-43D3-8B79-37D633B846F1}">
                <asvg:svgBlip xmlns:asvg="http://schemas.microsoft.com/office/drawing/2016/SVG/main" r:embed="rId3"/>
              </a:ext>
            </a:extLst>
          </a:blip>
          <a:srcRect l="-12992" t="-13249" r="-12992" b="-12735"/>
          <a:stretch>
            <a:fillRect/>
          </a:stretch>
        </p:blipFill>
        <p:spPr>
          <a:xfrm flipH="1">
            <a:off x="803374" y="3042420"/>
            <a:ext cx="432000" cy="431999"/>
          </a:xfrm>
          <a:prstGeom prst="rect">
            <a:avLst/>
          </a:prstGeom>
        </p:spPr>
      </p:pic>
    </p:spTree>
    <p:extLst>
      <p:ext uri="{BB962C8B-B14F-4D97-AF65-F5344CB8AC3E}">
        <p14:creationId xmlns:p14="http://schemas.microsoft.com/office/powerpoint/2010/main" val="37349768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 Chart C44V1">
    <p:bg>
      <p:bgPr>
        <a:solidFill>
          <a:schemeClr val="bg1"/>
        </a:solidFill>
        <a:effectLst/>
      </p:bgPr>
    </p:bg>
    <p:spTree>
      <p:nvGrpSpPr>
        <p:cNvPr id="1" name=""/>
        <p:cNvGrpSpPr/>
        <p:nvPr/>
      </p:nvGrpSpPr>
      <p:grpSpPr>
        <a:xfrm>
          <a:off x="0" y="0"/>
          <a:ext cx="0" cy="0"/>
          <a:chOff x="0" y="0"/>
          <a:chExt cx="0" cy="0"/>
        </a:xfrm>
      </p:grpSpPr>
      <p:sp>
        <p:nvSpPr>
          <p:cNvPr id="17" name="Rounded Rectangle 16">
            <a:extLst>
              <a:ext uri="{FF2B5EF4-FFF2-40B4-BE49-F238E27FC236}">
                <a16:creationId xmlns:a16="http://schemas.microsoft.com/office/drawing/2014/main" id="{6B26CF51-714A-BC6E-7694-F2A5408B1EC9}"/>
              </a:ext>
            </a:extLst>
          </p:cNvPr>
          <p:cNvSpPr/>
          <p:nvPr userDrawn="1"/>
        </p:nvSpPr>
        <p:spPr>
          <a:xfrm>
            <a:off x="8075613" y="1309407"/>
            <a:ext cx="3529012" cy="4964400"/>
          </a:xfrm>
          <a:prstGeom prst="roundRect">
            <a:avLst>
              <a:gd name="adj" fmla="val 1135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tx1"/>
              </a:solidFill>
            </a:endParaRPr>
          </a:p>
        </p:txBody>
      </p:sp>
      <p:sp>
        <p:nvSpPr>
          <p:cNvPr id="34" name="Text Placeholder 2">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8075613" y="2289197"/>
            <a:ext cx="3529012" cy="2494800"/>
          </a:xfrm>
        </p:spPr>
        <p:txBody>
          <a:bodyPr lIns="216000" tIns="432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8075613" y="4804322"/>
            <a:ext cx="3529012" cy="1468603"/>
          </a:xfrm>
        </p:spPr>
        <p:txBody>
          <a:bodyPr wrap="square" lIns="216000" tIns="108000" rIns="216000" bIns="432000" anchor="ctr"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8" name="Chart Placeholder 3">
            <a:extLst>
              <a:ext uri="{FF2B5EF4-FFF2-40B4-BE49-F238E27FC236}">
                <a16:creationId xmlns:a16="http://schemas.microsoft.com/office/drawing/2014/main" id="{0E11A61A-5326-D41C-72A7-0C8CCECD2EE0}"/>
              </a:ext>
            </a:extLst>
          </p:cNvPr>
          <p:cNvSpPr>
            <a:spLocks noGrp="1"/>
          </p:cNvSpPr>
          <p:nvPr>
            <p:ph type="chart" sz="quarter" idx="27"/>
          </p:nvPr>
        </p:nvSpPr>
        <p:spPr>
          <a:xfrm>
            <a:off x="587376" y="2827725"/>
            <a:ext cx="7272338" cy="3445200"/>
          </a:xfrm>
        </p:spPr>
        <p:txBody>
          <a:bodyPr/>
          <a:lstStyle/>
          <a:p>
            <a:endParaRPr lang="ru-RU"/>
          </a:p>
        </p:txBody>
      </p:sp>
      <p:sp>
        <p:nvSpPr>
          <p:cNvPr id="3" name="Title 1">
            <a:extLst>
              <a:ext uri="{FF2B5EF4-FFF2-40B4-BE49-F238E27FC236}">
                <a16:creationId xmlns:a16="http://schemas.microsoft.com/office/drawing/2014/main" id="{FE8A6FC7-0785-9A76-B591-78F07748BEA6}"/>
              </a:ext>
            </a:extLst>
          </p:cNvPr>
          <p:cNvSpPr>
            <a:spLocks noGrp="1"/>
          </p:cNvSpPr>
          <p:nvPr>
            <p:ph type="title" hasCustomPrompt="1"/>
          </p:nvPr>
        </p:nvSpPr>
        <p:spPr>
          <a:xfrm>
            <a:off x="597208" y="1309407"/>
            <a:ext cx="7262506" cy="1329595"/>
          </a:xfrm>
          <a:prstGeom prst="rect">
            <a:avLst/>
          </a:prstGeom>
        </p:spPr>
        <p:txBody>
          <a:bodyPr vert="horz" wrap="square" lIns="0" tIns="0" rIns="0" bIns="0" rtlCol="0" anchor="ctr" anchorCtr="0">
            <a:spAutoFit/>
          </a:bodyPr>
          <a:lstStyle>
            <a:lvl1pPr>
              <a:defRPr sz="4800"/>
            </a:lvl1pPr>
          </a:lstStyle>
          <a:p>
            <a:pPr lvl="0"/>
            <a:r>
              <a:rPr lang="en-US" dirty="0"/>
              <a:t>Click to edit Master text styles</a:t>
            </a:r>
            <a:endParaRPr lang="ru-RU" dirty="0"/>
          </a:p>
        </p:txBody>
      </p:sp>
      <p:sp>
        <p:nvSpPr>
          <p:cNvPr id="2" name="Ellipse">
            <a:extLst>
              <a:ext uri="{FF2B5EF4-FFF2-40B4-BE49-F238E27FC236}">
                <a16:creationId xmlns:a16="http://schemas.microsoft.com/office/drawing/2014/main" id="{2CE77B4F-15F6-89F3-4BA3-F585BAF30DF3}"/>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Ellipse">
            <a:extLst>
              <a:ext uri="{FF2B5EF4-FFF2-40B4-BE49-F238E27FC236}">
                <a16:creationId xmlns:a16="http://schemas.microsoft.com/office/drawing/2014/main" id="{E5AA6F94-1051-DB33-C8D1-1805502E8383}"/>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1E80C9CB-FE78-F4A9-844C-357310A335DA}"/>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Footer Placeholder">
            <a:extLst>
              <a:ext uri="{FF2B5EF4-FFF2-40B4-BE49-F238E27FC236}">
                <a16:creationId xmlns:a16="http://schemas.microsoft.com/office/drawing/2014/main" id="{072C6DFB-B653-6CE6-7D82-2E4CAB4D067E}"/>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
        <p:nvSpPr>
          <p:cNvPr id="9" name="Rectangle: Rounded Corners">
            <a:extLst>
              <a:ext uri="{FF2B5EF4-FFF2-40B4-BE49-F238E27FC236}">
                <a16:creationId xmlns:a16="http://schemas.microsoft.com/office/drawing/2014/main" id="{B00FC7B4-CBD3-6888-10F8-9CEC31B2138D}"/>
              </a:ext>
            </a:extLst>
          </p:cNvPr>
          <p:cNvSpPr/>
          <p:nvPr userDrawn="1"/>
        </p:nvSpPr>
        <p:spPr>
          <a:xfrm>
            <a:off x="8291512" y="1505990"/>
            <a:ext cx="432000" cy="432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9" name="Graphic 18">
            <a:extLst>
              <a:ext uri="{FF2B5EF4-FFF2-40B4-BE49-F238E27FC236}">
                <a16:creationId xmlns:a16="http://schemas.microsoft.com/office/drawing/2014/main" id="{9A20AD64-F615-29D3-13A3-1C5265159719}"/>
              </a:ext>
            </a:extLst>
          </p:cNvPr>
          <p:cNvPicPr>
            <a:picLocks noChangeAspect="1"/>
          </p:cNvPicPr>
          <p:nvPr userDrawn="1"/>
        </p:nvPicPr>
        <p:blipFill>
          <a:blip r:embed="rId2">
            <a:extLst>
              <a:ext uri="{96DAC541-7B7A-43D3-8B79-37D633B846F1}">
                <asvg:svgBlip xmlns:asvg="http://schemas.microsoft.com/office/drawing/2016/SVG/main" r:embed="rId3"/>
              </a:ext>
            </a:extLst>
          </a:blip>
          <a:srcRect l="-12992" t="-13249" r="-12992" b="-12735"/>
          <a:stretch>
            <a:fillRect/>
          </a:stretch>
        </p:blipFill>
        <p:spPr>
          <a:xfrm>
            <a:off x="8291512" y="1505107"/>
            <a:ext cx="432000" cy="431999"/>
          </a:xfrm>
          <a:prstGeom prst="rect">
            <a:avLst/>
          </a:prstGeom>
        </p:spPr>
      </p:pic>
    </p:spTree>
    <p:extLst>
      <p:ext uri="{BB962C8B-B14F-4D97-AF65-F5344CB8AC3E}">
        <p14:creationId xmlns:p14="http://schemas.microsoft.com/office/powerpoint/2010/main" val="20869208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meline I60V1">
    <p:bg>
      <p:bgPr>
        <a:solidFill>
          <a:schemeClr val="bg2"/>
        </a:solidFill>
        <a:effectLst/>
      </p:bgPr>
    </p:bg>
    <p:spTree>
      <p:nvGrpSpPr>
        <p:cNvPr id="1" name=""/>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BE363D5A-8487-C1EA-EFC3-BB1756FFA87C}"/>
              </a:ext>
            </a:extLst>
          </p:cNvPr>
          <p:cNvSpPr/>
          <p:nvPr userDrawn="1"/>
        </p:nvSpPr>
        <p:spPr>
          <a:xfrm>
            <a:off x="587374" y="3911326"/>
            <a:ext cx="3529014" cy="2362676"/>
          </a:xfrm>
          <a:prstGeom prst="roundRect">
            <a:avLst>
              <a:gd name="adj" fmla="val 1935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 name="Прямоугольник: скругленные углы 2">
            <a:extLst>
              <a:ext uri="{FF2B5EF4-FFF2-40B4-BE49-F238E27FC236}">
                <a16:creationId xmlns:a16="http://schemas.microsoft.com/office/drawing/2014/main" id="{9524451F-A9B0-842E-4E6E-5B23BED0249C}"/>
              </a:ext>
            </a:extLst>
          </p:cNvPr>
          <p:cNvSpPr/>
          <p:nvPr userDrawn="1"/>
        </p:nvSpPr>
        <p:spPr>
          <a:xfrm>
            <a:off x="4332389" y="3913744"/>
            <a:ext cx="3529014" cy="2360056"/>
          </a:xfrm>
          <a:prstGeom prst="roundRect">
            <a:avLst>
              <a:gd name="adj" fmla="val 19365"/>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 name="Прямоугольник: скругленные углы 3">
            <a:extLst>
              <a:ext uri="{FF2B5EF4-FFF2-40B4-BE49-F238E27FC236}">
                <a16:creationId xmlns:a16="http://schemas.microsoft.com/office/drawing/2014/main" id="{F0925186-EA6A-BE86-E801-12A1C3190C41}"/>
              </a:ext>
            </a:extLst>
          </p:cNvPr>
          <p:cNvSpPr/>
          <p:nvPr userDrawn="1"/>
        </p:nvSpPr>
        <p:spPr>
          <a:xfrm>
            <a:off x="8075614" y="3913744"/>
            <a:ext cx="3529014" cy="2360056"/>
          </a:xfrm>
          <a:prstGeom prst="roundRect">
            <a:avLst>
              <a:gd name="adj" fmla="val 2095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4" y="2828471"/>
            <a:ext cx="3529014" cy="865904"/>
          </a:xfrm>
          <a:prstGeom prst="roundRect">
            <a:avLst>
              <a:gd name="adj" fmla="val 50000"/>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7" name="Овал 6">
            <a:extLst>
              <a:ext uri="{FF2B5EF4-FFF2-40B4-BE49-F238E27FC236}">
                <a16:creationId xmlns:a16="http://schemas.microsoft.com/office/drawing/2014/main" id="{FE4E2D84-7B51-3838-AFB2-D38F229F4EDA}"/>
              </a:ext>
            </a:extLst>
          </p:cNvPr>
          <p:cNvSpPr/>
          <p:nvPr userDrawn="1"/>
        </p:nvSpPr>
        <p:spPr>
          <a:xfrm>
            <a:off x="803374" y="3045423"/>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741099" y="3142354"/>
            <a:ext cx="562221" cy="238137"/>
          </a:xfrm>
          <a:prstGeom prst="rect">
            <a:avLst/>
          </a:prstGeom>
        </p:spPr>
      </p:pic>
      <p:sp>
        <p:nvSpPr>
          <p:cNvPr id="5" name="Milestone Placeholder">
            <a:extLst>
              <a:ext uri="{FF2B5EF4-FFF2-40B4-BE49-F238E27FC236}">
                <a16:creationId xmlns:a16="http://schemas.microsoft.com/office/drawing/2014/main" id="{712831E2-BC7A-C346-AE12-39D98FBDEC60}"/>
              </a:ext>
            </a:extLst>
          </p:cNvPr>
          <p:cNvSpPr>
            <a:spLocks noGrp="1"/>
          </p:cNvSpPr>
          <p:nvPr>
            <p:ph type="body" idx="35" hasCustomPrompt="1"/>
          </p:nvPr>
        </p:nvSpPr>
        <p:spPr>
          <a:xfrm>
            <a:off x="1258690" y="2953647"/>
            <a:ext cx="2847155" cy="615553"/>
          </a:xfrm>
        </p:spPr>
        <p:txBody>
          <a:bodyPr lIns="72000" tIns="0" rIns="216000" bIns="0" anchor="ctr" anchorCtr="0">
            <a:noAutofit/>
          </a:bodyPr>
          <a:lstStyle>
            <a:lvl1pPr marL="0" indent="0" algn="l">
              <a:buNone/>
              <a:defRPr sz="19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8" name="Прямоугольник: скругленные углы 7">
            <a:extLst>
              <a:ext uri="{FF2B5EF4-FFF2-40B4-BE49-F238E27FC236}">
                <a16:creationId xmlns:a16="http://schemas.microsoft.com/office/drawing/2014/main" id="{3D9D90EE-F6D0-66F3-D441-CE4345A05C45}"/>
              </a:ext>
            </a:extLst>
          </p:cNvPr>
          <p:cNvSpPr/>
          <p:nvPr userDrawn="1"/>
        </p:nvSpPr>
        <p:spPr>
          <a:xfrm>
            <a:off x="4341349" y="2828471"/>
            <a:ext cx="3529014" cy="865904"/>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0" name="Овал 9">
            <a:extLst>
              <a:ext uri="{FF2B5EF4-FFF2-40B4-BE49-F238E27FC236}">
                <a16:creationId xmlns:a16="http://schemas.microsoft.com/office/drawing/2014/main" id="{282BD834-C74E-5456-01FE-1E79096F6BAB}"/>
              </a:ext>
            </a:extLst>
          </p:cNvPr>
          <p:cNvSpPr/>
          <p:nvPr userDrawn="1"/>
        </p:nvSpPr>
        <p:spPr>
          <a:xfrm>
            <a:off x="4557349" y="304542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 Placeholder">
            <a:extLst>
              <a:ext uri="{FF2B5EF4-FFF2-40B4-BE49-F238E27FC236}">
                <a16:creationId xmlns:a16="http://schemas.microsoft.com/office/drawing/2014/main" id="{D1CC387C-962F-E9DD-B6AD-2EE5D59E625A}"/>
              </a:ext>
            </a:extLst>
          </p:cNvPr>
          <p:cNvSpPr>
            <a:spLocks noGrp="1"/>
          </p:cNvSpPr>
          <p:nvPr>
            <p:ph type="body" idx="36" hasCustomPrompt="1"/>
          </p:nvPr>
        </p:nvSpPr>
        <p:spPr>
          <a:xfrm>
            <a:off x="4350310" y="3933002"/>
            <a:ext cx="3529014" cy="1166986"/>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2" name="Subtitle Placeholder">
            <a:extLst>
              <a:ext uri="{FF2B5EF4-FFF2-40B4-BE49-F238E27FC236}">
                <a16:creationId xmlns:a16="http://schemas.microsoft.com/office/drawing/2014/main" id="{E1482F17-790E-E75B-F8F6-55C1B63E919A}"/>
              </a:ext>
            </a:extLst>
          </p:cNvPr>
          <p:cNvSpPr>
            <a:spLocks noGrp="1"/>
          </p:cNvSpPr>
          <p:nvPr>
            <p:ph type="body" idx="37" hasCustomPrompt="1"/>
          </p:nvPr>
        </p:nvSpPr>
        <p:spPr>
          <a:xfrm>
            <a:off x="4350310" y="5110569"/>
            <a:ext cx="3529014" cy="1160827"/>
          </a:xfrm>
        </p:spPr>
        <p:txBody>
          <a:bodyPr wrap="square" lIns="216000" tIns="108000" rIns="216000" bIns="432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pic>
        <p:nvPicPr>
          <p:cNvPr id="14" name="Рисунок 13" descr="Стрелка вниз со сплошной заливкой">
            <a:extLst>
              <a:ext uri="{FF2B5EF4-FFF2-40B4-BE49-F238E27FC236}">
                <a16:creationId xmlns:a16="http://schemas.microsoft.com/office/drawing/2014/main" id="{4ED24A69-6581-30DA-E44F-5ADA0E1D28BB}"/>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6200000">
            <a:off x="4495074" y="3142355"/>
            <a:ext cx="562221" cy="238137"/>
          </a:xfrm>
          <a:prstGeom prst="rect">
            <a:avLst/>
          </a:prstGeom>
        </p:spPr>
      </p:pic>
      <p:sp>
        <p:nvSpPr>
          <p:cNvPr id="15" name="Milestone Placeholder">
            <a:extLst>
              <a:ext uri="{FF2B5EF4-FFF2-40B4-BE49-F238E27FC236}">
                <a16:creationId xmlns:a16="http://schemas.microsoft.com/office/drawing/2014/main" id="{BB7BE81F-B869-0BE5-CD05-3DBAE3929ADD}"/>
              </a:ext>
            </a:extLst>
          </p:cNvPr>
          <p:cNvSpPr>
            <a:spLocks noGrp="1"/>
          </p:cNvSpPr>
          <p:nvPr>
            <p:ph type="body" idx="38" hasCustomPrompt="1"/>
          </p:nvPr>
        </p:nvSpPr>
        <p:spPr>
          <a:xfrm>
            <a:off x="5012665" y="2953647"/>
            <a:ext cx="2847155" cy="615553"/>
          </a:xfrm>
        </p:spPr>
        <p:txBody>
          <a:bodyPr lIns="72000" tIns="0" rIns="216000" bIns="0" anchor="ctr" anchorCtr="0">
            <a:noAutofit/>
          </a:bodyPr>
          <a:lstStyle>
            <a:lvl1pPr marL="0" indent="0" algn="l">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18" name="Прямоугольник: скругленные углы 17">
            <a:extLst>
              <a:ext uri="{FF2B5EF4-FFF2-40B4-BE49-F238E27FC236}">
                <a16:creationId xmlns:a16="http://schemas.microsoft.com/office/drawing/2014/main" id="{A94DB04A-177E-E5B8-8E5A-4CB11CF28556}"/>
              </a:ext>
            </a:extLst>
          </p:cNvPr>
          <p:cNvSpPr/>
          <p:nvPr userDrawn="1"/>
        </p:nvSpPr>
        <p:spPr>
          <a:xfrm>
            <a:off x="8095324" y="2828471"/>
            <a:ext cx="3529014" cy="865904"/>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0" name="Овал 19">
            <a:extLst>
              <a:ext uri="{FF2B5EF4-FFF2-40B4-BE49-F238E27FC236}">
                <a16:creationId xmlns:a16="http://schemas.microsoft.com/office/drawing/2014/main" id="{AB2EA2CE-8F68-C67D-4DD5-94AEAC6E47EC}"/>
              </a:ext>
            </a:extLst>
          </p:cNvPr>
          <p:cNvSpPr/>
          <p:nvPr userDrawn="1"/>
        </p:nvSpPr>
        <p:spPr>
          <a:xfrm>
            <a:off x="8311324" y="304542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Text Placeholder">
            <a:extLst>
              <a:ext uri="{FF2B5EF4-FFF2-40B4-BE49-F238E27FC236}">
                <a16:creationId xmlns:a16="http://schemas.microsoft.com/office/drawing/2014/main" id="{71F580E8-5298-1D6B-3ED8-AB74C79B8A66}"/>
              </a:ext>
            </a:extLst>
          </p:cNvPr>
          <p:cNvSpPr>
            <a:spLocks noGrp="1"/>
          </p:cNvSpPr>
          <p:nvPr>
            <p:ph type="body" idx="39" hasCustomPrompt="1"/>
          </p:nvPr>
        </p:nvSpPr>
        <p:spPr>
          <a:xfrm>
            <a:off x="8104285" y="3933002"/>
            <a:ext cx="3529014" cy="1166986"/>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2" name="Subtitle Placeholder">
            <a:extLst>
              <a:ext uri="{FF2B5EF4-FFF2-40B4-BE49-F238E27FC236}">
                <a16:creationId xmlns:a16="http://schemas.microsoft.com/office/drawing/2014/main" id="{FA820685-BBD2-568B-6EF8-3D9A4C50DB4E}"/>
              </a:ext>
            </a:extLst>
          </p:cNvPr>
          <p:cNvSpPr>
            <a:spLocks noGrp="1"/>
          </p:cNvSpPr>
          <p:nvPr>
            <p:ph type="body" idx="40" hasCustomPrompt="1"/>
          </p:nvPr>
        </p:nvSpPr>
        <p:spPr>
          <a:xfrm>
            <a:off x="8104285" y="5110569"/>
            <a:ext cx="3529014" cy="1160827"/>
          </a:xfrm>
        </p:spPr>
        <p:txBody>
          <a:bodyPr wrap="square" lIns="216000" tIns="108000" rIns="216000" bIns="432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pic>
        <p:nvPicPr>
          <p:cNvPr id="35" name="Рисунок 34" descr="Стрелка вниз со сплошной заливкой">
            <a:extLst>
              <a:ext uri="{FF2B5EF4-FFF2-40B4-BE49-F238E27FC236}">
                <a16:creationId xmlns:a16="http://schemas.microsoft.com/office/drawing/2014/main" id="{1D07F9A7-0EE4-948C-FC0E-048A4612DC67}"/>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6200000">
            <a:off x="8249049" y="3142355"/>
            <a:ext cx="562221" cy="238137"/>
          </a:xfrm>
          <a:prstGeom prst="rect">
            <a:avLst/>
          </a:prstGeom>
        </p:spPr>
      </p:pic>
      <p:sp>
        <p:nvSpPr>
          <p:cNvPr id="36" name="Milestone Placeholder">
            <a:extLst>
              <a:ext uri="{FF2B5EF4-FFF2-40B4-BE49-F238E27FC236}">
                <a16:creationId xmlns:a16="http://schemas.microsoft.com/office/drawing/2014/main" id="{2BEF283F-0FF1-E9FE-4191-2E9D26CAE899}"/>
              </a:ext>
            </a:extLst>
          </p:cNvPr>
          <p:cNvSpPr>
            <a:spLocks noGrp="1"/>
          </p:cNvSpPr>
          <p:nvPr>
            <p:ph type="body" idx="41" hasCustomPrompt="1"/>
          </p:nvPr>
        </p:nvSpPr>
        <p:spPr>
          <a:xfrm>
            <a:off x="8766640" y="2953647"/>
            <a:ext cx="2847155" cy="615553"/>
          </a:xfrm>
        </p:spPr>
        <p:txBody>
          <a:bodyPr lIns="72000" tIns="0" rIns="216000" bIns="0" anchor="ctr" anchorCtr="0">
            <a:noAutofit/>
          </a:bodyPr>
          <a:lstStyle>
            <a:lvl1pPr marL="0" indent="0" algn="l">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cxnSp>
        <p:nvCxnSpPr>
          <p:cNvPr id="40" name="Прямая соединительная линия 39">
            <a:extLst>
              <a:ext uri="{FF2B5EF4-FFF2-40B4-BE49-F238E27FC236}">
                <a16:creationId xmlns:a16="http://schemas.microsoft.com/office/drawing/2014/main" id="{7DD111AA-4096-9ED2-AC73-0888FE4D899F}"/>
              </a:ext>
            </a:extLst>
          </p:cNvPr>
          <p:cNvCxnSpPr>
            <a:cxnSpLocks/>
          </p:cNvCxnSpPr>
          <p:nvPr userDrawn="1"/>
        </p:nvCxnSpPr>
        <p:spPr>
          <a:xfrm flipV="1">
            <a:off x="4125800" y="326173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8" name="Прямая соединительная линия 47">
            <a:extLst>
              <a:ext uri="{FF2B5EF4-FFF2-40B4-BE49-F238E27FC236}">
                <a16:creationId xmlns:a16="http://schemas.microsoft.com/office/drawing/2014/main" id="{C7762849-CCA8-639E-40D8-5A6F655E6789}"/>
              </a:ext>
            </a:extLst>
          </p:cNvPr>
          <p:cNvCxnSpPr>
            <a:cxnSpLocks/>
          </p:cNvCxnSpPr>
          <p:nvPr userDrawn="1"/>
        </p:nvCxnSpPr>
        <p:spPr>
          <a:xfrm flipV="1">
            <a:off x="7879326" y="326173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5B3522AA-0CF1-8CDA-E0B5-9508AC5CCF27}"/>
              </a:ext>
            </a:extLst>
          </p:cNvPr>
          <p:cNvCxnSpPr>
            <a:cxnSpLocks/>
          </p:cNvCxnSpPr>
          <p:nvPr userDrawn="1"/>
        </p:nvCxnSpPr>
        <p:spPr>
          <a:xfrm flipV="1">
            <a:off x="11623207" y="326173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13" name="Text Placeholder">
            <a:extLst>
              <a:ext uri="{FF2B5EF4-FFF2-40B4-BE49-F238E27FC236}">
                <a16:creationId xmlns:a16="http://schemas.microsoft.com/office/drawing/2014/main" id="{483D4E07-2B5D-8779-F5A5-C0D0D63AA84F}"/>
              </a:ext>
            </a:extLst>
          </p:cNvPr>
          <p:cNvSpPr>
            <a:spLocks noGrp="1"/>
          </p:cNvSpPr>
          <p:nvPr>
            <p:ph type="body" idx="42" hasCustomPrompt="1"/>
          </p:nvPr>
        </p:nvSpPr>
        <p:spPr>
          <a:xfrm>
            <a:off x="587374" y="3933002"/>
            <a:ext cx="3529014" cy="1166986"/>
          </a:xfrm>
        </p:spPr>
        <p:txBody>
          <a:bodyPr lIns="216000" tIns="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6" name="Subtitle Placeholder">
            <a:extLst>
              <a:ext uri="{FF2B5EF4-FFF2-40B4-BE49-F238E27FC236}">
                <a16:creationId xmlns:a16="http://schemas.microsoft.com/office/drawing/2014/main" id="{9809A8A5-796C-BFB1-169A-1EE4E7A5D6CC}"/>
              </a:ext>
            </a:extLst>
          </p:cNvPr>
          <p:cNvSpPr>
            <a:spLocks noGrp="1"/>
          </p:cNvSpPr>
          <p:nvPr>
            <p:ph type="body" idx="43" hasCustomPrompt="1"/>
          </p:nvPr>
        </p:nvSpPr>
        <p:spPr>
          <a:xfrm>
            <a:off x="587374" y="5110569"/>
            <a:ext cx="3529014" cy="1160827"/>
          </a:xfrm>
        </p:spPr>
        <p:txBody>
          <a:bodyPr wrap="square" lIns="216000" tIns="108000" rIns="216000" bIns="432000" anchor="ctr"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6" name="Заголовок 1">
            <a:extLst>
              <a:ext uri="{FF2B5EF4-FFF2-40B4-BE49-F238E27FC236}">
                <a16:creationId xmlns:a16="http://schemas.microsoft.com/office/drawing/2014/main" id="{0DC8E419-1CC0-2D00-934C-CC82073DD3B8}"/>
              </a:ext>
            </a:extLst>
          </p:cNvPr>
          <p:cNvSpPr>
            <a:spLocks noGrp="1"/>
          </p:cNvSpPr>
          <p:nvPr>
            <p:ph type="title" hasCustomPrompt="1"/>
          </p:nvPr>
        </p:nvSpPr>
        <p:spPr>
          <a:xfrm>
            <a:off x="597207" y="1309407"/>
            <a:ext cx="11007417" cy="1329595"/>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9" name="Ellipse">
            <a:extLst>
              <a:ext uri="{FF2B5EF4-FFF2-40B4-BE49-F238E27FC236}">
                <a16:creationId xmlns:a16="http://schemas.microsoft.com/office/drawing/2014/main" id="{CEC0AAFA-C929-7065-42EC-D3C1F2D870DB}"/>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Ellipse">
            <a:extLst>
              <a:ext uri="{FF2B5EF4-FFF2-40B4-BE49-F238E27FC236}">
                <a16:creationId xmlns:a16="http://schemas.microsoft.com/office/drawing/2014/main" id="{CE2C201E-D0CC-F397-777C-6EE97B75564D}"/>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Ellipse">
            <a:extLst>
              <a:ext uri="{FF2B5EF4-FFF2-40B4-BE49-F238E27FC236}">
                <a16:creationId xmlns:a16="http://schemas.microsoft.com/office/drawing/2014/main" id="{1623A62F-F5E1-91EF-FB2D-87BE6EA82350}"/>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Footer Placeholder">
            <a:extLst>
              <a:ext uri="{FF2B5EF4-FFF2-40B4-BE49-F238E27FC236}">
                <a16:creationId xmlns:a16="http://schemas.microsoft.com/office/drawing/2014/main" id="{C5591E55-F2A5-34C6-DABC-CA4B44672529}"/>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7906844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I60V2">
    <p:bg>
      <p:bgPr>
        <a:solidFill>
          <a:schemeClr val="bg2"/>
        </a:solidFill>
        <a:effectLst/>
      </p:bgPr>
    </p:bg>
    <p:spTree>
      <p:nvGrpSpPr>
        <p:cNvPr id="1" name=""/>
        <p:cNvGrpSpPr/>
        <p:nvPr/>
      </p:nvGrpSpPr>
      <p:grpSpPr>
        <a:xfrm>
          <a:off x="0" y="0"/>
          <a:ext cx="0" cy="0"/>
          <a:chOff x="0" y="0"/>
          <a:chExt cx="0" cy="0"/>
        </a:xfrm>
      </p:grpSpPr>
      <p:sp>
        <p:nvSpPr>
          <p:cNvPr id="19" name="Прямоугольник: скругленные углы 18">
            <a:extLst>
              <a:ext uri="{FF2B5EF4-FFF2-40B4-BE49-F238E27FC236}">
                <a16:creationId xmlns:a16="http://schemas.microsoft.com/office/drawing/2014/main" id="{EA451C37-D958-750B-4B3C-2B11B4FAF034}"/>
              </a:ext>
            </a:extLst>
          </p:cNvPr>
          <p:cNvSpPr/>
          <p:nvPr userDrawn="1"/>
        </p:nvSpPr>
        <p:spPr>
          <a:xfrm>
            <a:off x="587374" y="3671164"/>
            <a:ext cx="2592389" cy="2602636"/>
          </a:xfrm>
          <a:prstGeom prst="roundRect">
            <a:avLst>
              <a:gd name="adj" fmla="val 1436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1" name="Прямоугольник: скругленные углы 20">
            <a:extLst>
              <a:ext uri="{FF2B5EF4-FFF2-40B4-BE49-F238E27FC236}">
                <a16:creationId xmlns:a16="http://schemas.microsoft.com/office/drawing/2014/main" id="{6706ACC6-04C7-13B8-08BB-E31977982961}"/>
              </a:ext>
            </a:extLst>
          </p:cNvPr>
          <p:cNvSpPr/>
          <p:nvPr userDrawn="1"/>
        </p:nvSpPr>
        <p:spPr>
          <a:xfrm>
            <a:off x="3403449" y="3671164"/>
            <a:ext cx="2592000" cy="2602636"/>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5" name="Прямоугольник: скругленные углы 24">
            <a:extLst>
              <a:ext uri="{FF2B5EF4-FFF2-40B4-BE49-F238E27FC236}">
                <a16:creationId xmlns:a16="http://schemas.microsoft.com/office/drawing/2014/main" id="{DEA0A164-56C3-3A3B-E54C-2629184282B0}"/>
              </a:ext>
            </a:extLst>
          </p:cNvPr>
          <p:cNvSpPr/>
          <p:nvPr userDrawn="1"/>
        </p:nvSpPr>
        <p:spPr>
          <a:xfrm>
            <a:off x="6204338" y="3671164"/>
            <a:ext cx="2592000" cy="2602636"/>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6" name="Прямоугольник: скругленные углы 25">
            <a:extLst>
              <a:ext uri="{FF2B5EF4-FFF2-40B4-BE49-F238E27FC236}">
                <a16:creationId xmlns:a16="http://schemas.microsoft.com/office/drawing/2014/main" id="{F7BD5C46-56C1-95F6-04C5-207F20B9199A}"/>
              </a:ext>
            </a:extLst>
          </p:cNvPr>
          <p:cNvSpPr/>
          <p:nvPr userDrawn="1"/>
        </p:nvSpPr>
        <p:spPr>
          <a:xfrm>
            <a:off x="9012626" y="3671164"/>
            <a:ext cx="2592000" cy="2602636"/>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4" y="2582891"/>
            <a:ext cx="2592000" cy="865904"/>
          </a:xfrm>
          <a:prstGeom prst="roundRect">
            <a:avLst>
              <a:gd name="adj" fmla="val 50000"/>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7" name="Овал 6">
            <a:extLst>
              <a:ext uri="{FF2B5EF4-FFF2-40B4-BE49-F238E27FC236}">
                <a16:creationId xmlns:a16="http://schemas.microsoft.com/office/drawing/2014/main" id="{FE4E2D84-7B51-3838-AFB2-D38F229F4EDA}"/>
              </a:ext>
            </a:extLst>
          </p:cNvPr>
          <p:cNvSpPr/>
          <p:nvPr userDrawn="1"/>
        </p:nvSpPr>
        <p:spPr>
          <a:xfrm>
            <a:off x="803374" y="2799843"/>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741099" y="2896774"/>
            <a:ext cx="562221" cy="238137"/>
          </a:xfrm>
          <a:prstGeom prst="rect">
            <a:avLst/>
          </a:prstGeom>
        </p:spPr>
      </p:pic>
      <p:sp>
        <p:nvSpPr>
          <p:cNvPr id="5" name="Milestone Placeholder">
            <a:extLst>
              <a:ext uri="{FF2B5EF4-FFF2-40B4-BE49-F238E27FC236}">
                <a16:creationId xmlns:a16="http://schemas.microsoft.com/office/drawing/2014/main" id="{712831E2-BC7A-C346-AE12-39D98FBDEC60}"/>
              </a:ext>
            </a:extLst>
          </p:cNvPr>
          <p:cNvSpPr>
            <a:spLocks noGrp="1"/>
          </p:cNvSpPr>
          <p:nvPr>
            <p:ph type="body" idx="35" hasCustomPrompt="1"/>
          </p:nvPr>
        </p:nvSpPr>
        <p:spPr>
          <a:xfrm>
            <a:off x="1258691" y="2708067"/>
            <a:ext cx="1920684" cy="615553"/>
          </a:xfrm>
        </p:spPr>
        <p:txBody>
          <a:bodyPr lIns="72000" tIns="0" rIns="216000" bIns="0" anchor="ctr" anchorCtr="0">
            <a:noAutofit/>
          </a:bodyPr>
          <a:lstStyle>
            <a:lvl1pPr marL="0" indent="0" algn="l">
              <a:buNone/>
              <a:defRPr sz="19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8" name="Прямоугольник: скругленные углы 7">
            <a:extLst>
              <a:ext uri="{FF2B5EF4-FFF2-40B4-BE49-F238E27FC236}">
                <a16:creationId xmlns:a16="http://schemas.microsoft.com/office/drawing/2014/main" id="{3D9D90EE-F6D0-66F3-D441-CE4345A05C45}"/>
              </a:ext>
            </a:extLst>
          </p:cNvPr>
          <p:cNvSpPr/>
          <p:nvPr userDrawn="1"/>
        </p:nvSpPr>
        <p:spPr>
          <a:xfrm>
            <a:off x="3403449" y="2582891"/>
            <a:ext cx="2592000" cy="865904"/>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0" name="Овал 9">
            <a:extLst>
              <a:ext uri="{FF2B5EF4-FFF2-40B4-BE49-F238E27FC236}">
                <a16:creationId xmlns:a16="http://schemas.microsoft.com/office/drawing/2014/main" id="{282BD834-C74E-5456-01FE-1E79096F6BAB}"/>
              </a:ext>
            </a:extLst>
          </p:cNvPr>
          <p:cNvSpPr/>
          <p:nvPr userDrawn="1"/>
        </p:nvSpPr>
        <p:spPr>
          <a:xfrm>
            <a:off x="3619449" y="279984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 Placeholder">
            <a:extLst>
              <a:ext uri="{FF2B5EF4-FFF2-40B4-BE49-F238E27FC236}">
                <a16:creationId xmlns:a16="http://schemas.microsoft.com/office/drawing/2014/main" id="{D1CC387C-962F-E9DD-B6AD-2EE5D59E625A}"/>
              </a:ext>
            </a:extLst>
          </p:cNvPr>
          <p:cNvSpPr>
            <a:spLocks noGrp="1"/>
          </p:cNvSpPr>
          <p:nvPr>
            <p:ph type="body" idx="36" hasCustomPrompt="1"/>
          </p:nvPr>
        </p:nvSpPr>
        <p:spPr>
          <a:xfrm>
            <a:off x="3390970" y="3839439"/>
            <a:ext cx="2592000" cy="12564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2" name="Subtitle Placeholder">
            <a:extLst>
              <a:ext uri="{FF2B5EF4-FFF2-40B4-BE49-F238E27FC236}">
                <a16:creationId xmlns:a16="http://schemas.microsoft.com/office/drawing/2014/main" id="{E1482F17-790E-E75B-F8F6-55C1B63E919A}"/>
              </a:ext>
            </a:extLst>
          </p:cNvPr>
          <p:cNvSpPr>
            <a:spLocks noGrp="1"/>
          </p:cNvSpPr>
          <p:nvPr>
            <p:ph type="body" idx="37" hasCustomPrompt="1"/>
          </p:nvPr>
        </p:nvSpPr>
        <p:spPr>
          <a:xfrm>
            <a:off x="3390970" y="5118878"/>
            <a:ext cx="2592000" cy="1160827"/>
          </a:xfrm>
        </p:spPr>
        <p:txBody>
          <a:bodyPr wrap="square" lIns="216000" tIns="108000" rIns="216000" bIns="432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pic>
        <p:nvPicPr>
          <p:cNvPr id="14" name="Рисунок 13" descr="Стрелка вниз со сплошной заливкой">
            <a:extLst>
              <a:ext uri="{FF2B5EF4-FFF2-40B4-BE49-F238E27FC236}">
                <a16:creationId xmlns:a16="http://schemas.microsoft.com/office/drawing/2014/main" id="{4ED24A69-6581-30DA-E44F-5ADA0E1D28BB}"/>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6200000">
            <a:off x="3557174" y="2896775"/>
            <a:ext cx="562221" cy="238137"/>
          </a:xfrm>
          <a:prstGeom prst="rect">
            <a:avLst/>
          </a:prstGeom>
        </p:spPr>
      </p:pic>
      <p:sp>
        <p:nvSpPr>
          <p:cNvPr id="15" name="Milestone Placeholder">
            <a:extLst>
              <a:ext uri="{FF2B5EF4-FFF2-40B4-BE49-F238E27FC236}">
                <a16:creationId xmlns:a16="http://schemas.microsoft.com/office/drawing/2014/main" id="{BB7BE81F-B869-0BE5-CD05-3DBAE3929ADD}"/>
              </a:ext>
            </a:extLst>
          </p:cNvPr>
          <p:cNvSpPr>
            <a:spLocks noGrp="1"/>
          </p:cNvSpPr>
          <p:nvPr>
            <p:ph type="body" idx="38" hasCustomPrompt="1"/>
          </p:nvPr>
        </p:nvSpPr>
        <p:spPr>
          <a:xfrm>
            <a:off x="4074766" y="2708067"/>
            <a:ext cx="1920684" cy="615553"/>
          </a:xfrm>
        </p:spPr>
        <p:txBody>
          <a:bodyPr lIns="72000" tIns="0" rIns="216000" bIns="0" anchor="ctr" anchorCtr="0">
            <a:noAutofit/>
          </a:bodyPr>
          <a:lstStyle>
            <a:lvl1pPr marL="0" indent="0" algn="l">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18" name="Прямоугольник: скругленные углы 17">
            <a:extLst>
              <a:ext uri="{FF2B5EF4-FFF2-40B4-BE49-F238E27FC236}">
                <a16:creationId xmlns:a16="http://schemas.microsoft.com/office/drawing/2014/main" id="{A94DB04A-177E-E5B8-8E5A-4CB11CF28556}"/>
              </a:ext>
            </a:extLst>
          </p:cNvPr>
          <p:cNvSpPr/>
          <p:nvPr userDrawn="1"/>
        </p:nvSpPr>
        <p:spPr>
          <a:xfrm>
            <a:off x="6204338" y="2582891"/>
            <a:ext cx="2592000" cy="865904"/>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0" name="Овал 19">
            <a:extLst>
              <a:ext uri="{FF2B5EF4-FFF2-40B4-BE49-F238E27FC236}">
                <a16:creationId xmlns:a16="http://schemas.microsoft.com/office/drawing/2014/main" id="{AB2EA2CE-8F68-C67D-4DD5-94AEAC6E47EC}"/>
              </a:ext>
            </a:extLst>
          </p:cNvPr>
          <p:cNvSpPr/>
          <p:nvPr userDrawn="1"/>
        </p:nvSpPr>
        <p:spPr>
          <a:xfrm>
            <a:off x="6407472" y="279984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Text Placeholder">
            <a:extLst>
              <a:ext uri="{FF2B5EF4-FFF2-40B4-BE49-F238E27FC236}">
                <a16:creationId xmlns:a16="http://schemas.microsoft.com/office/drawing/2014/main" id="{71F580E8-5298-1D6B-3ED8-AB74C79B8A66}"/>
              </a:ext>
            </a:extLst>
          </p:cNvPr>
          <p:cNvSpPr>
            <a:spLocks noGrp="1"/>
          </p:cNvSpPr>
          <p:nvPr>
            <p:ph type="body" idx="39" hasCustomPrompt="1"/>
          </p:nvPr>
        </p:nvSpPr>
        <p:spPr>
          <a:xfrm>
            <a:off x="6204338" y="3839439"/>
            <a:ext cx="2592000" cy="12564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2" name="Subtitle Placeholder">
            <a:extLst>
              <a:ext uri="{FF2B5EF4-FFF2-40B4-BE49-F238E27FC236}">
                <a16:creationId xmlns:a16="http://schemas.microsoft.com/office/drawing/2014/main" id="{FA820685-BBD2-568B-6EF8-3D9A4C50DB4E}"/>
              </a:ext>
            </a:extLst>
          </p:cNvPr>
          <p:cNvSpPr>
            <a:spLocks noGrp="1"/>
          </p:cNvSpPr>
          <p:nvPr>
            <p:ph type="body" idx="40" hasCustomPrompt="1"/>
          </p:nvPr>
        </p:nvSpPr>
        <p:spPr>
          <a:xfrm>
            <a:off x="6204338" y="5118878"/>
            <a:ext cx="2592000" cy="1160827"/>
          </a:xfrm>
        </p:spPr>
        <p:txBody>
          <a:bodyPr wrap="square" lIns="216000" tIns="108000" rIns="216000" bIns="432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pic>
        <p:nvPicPr>
          <p:cNvPr id="35" name="Рисунок 34" descr="Стрелка вниз со сплошной заливкой">
            <a:extLst>
              <a:ext uri="{FF2B5EF4-FFF2-40B4-BE49-F238E27FC236}">
                <a16:creationId xmlns:a16="http://schemas.microsoft.com/office/drawing/2014/main" id="{1D07F9A7-0EE4-948C-FC0E-048A4612DC67}"/>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6200000">
            <a:off x="6345197" y="2896775"/>
            <a:ext cx="562221" cy="238137"/>
          </a:xfrm>
          <a:prstGeom prst="rect">
            <a:avLst/>
          </a:prstGeom>
        </p:spPr>
      </p:pic>
      <p:sp>
        <p:nvSpPr>
          <p:cNvPr id="36" name="Milestone Placeholder">
            <a:extLst>
              <a:ext uri="{FF2B5EF4-FFF2-40B4-BE49-F238E27FC236}">
                <a16:creationId xmlns:a16="http://schemas.microsoft.com/office/drawing/2014/main" id="{2BEF283F-0FF1-E9FE-4191-2E9D26CAE899}"/>
              </a:ext>
            </a:extLst>
          </p:cNvPr>
          <p:cNvSpPr>
            <a:spLocks noGrp="1"/>
          </p:cNvSpPr>
          <p:nvPr>
            <p:ph type="body" idx="41" hasCustomPrompt="1"/>
          </p:nvPr>
        </p:nvSpPr>
        <p:spPr>
          <a:xfrm>
            <a:off x="6862789" y="2708067"/>
            <a:ext cx="1920684" cy="615553"/>
          </a:xfrm>
        </p:spPr>
        <p:txBody>
          <a:bodyPr lIns="72000" tIns="0" rIns="216000" bIns="0" anchor="ctr" anchorCtr="0">
            <a:noAutofit/>
          </a:bodyPr>
          <a:lstStyle>
            <a:lvl1pPr marL="0" indent="0" algn="l">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cxnSp>
        <p:nvCxnSpPr>
          <p:cNvPr id="40" name="Прямая соединительная линия 39">
            <a:extLst>
              <a:ext uri="{FF2B5EF4-FFF2-40B4-BE49-F238E27FC236}">
                <a16:creationId xmlns:a16="http://schemas.microsoft.com/office/drawing/2014/main" id="{7DD111AA-4096-9ED2-AC73-0888FE4D899F}"/>
              </a:ext>
            </a:extLst>
          </p:cNvPr>
          <p:cNvCxnSpPr>
            <a:cxnSpLocks/>
          </p:cNvCxnSpPr>
          <p:nvPr userDrawn="1"/>
        </p:nvCxnSpPr>
        <p:spPr>
          <a:xfrm flipV="1">
            <a:off x="3202691" y="301615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8" name="Прямая соединительная линия 47">
            <a:extLst>
              <a:ext uri="{FF2B5EF4-FFF2-40B4-BE49-F238E27FC236}">
                <a16:creationId xmlns:a16="http://schemas.microsoft.com/office/drawing/2014/main" id="{C7762849-CCA8-639E-40D8-5A6F655E6789}"/>
              </a:ext>
            </a:extLst>
          </p:cNvPr>
          <p:cNvCxnSpPr>
            <a:cxnSpLocks/>
          </p:cNvCxnSpPr>
          <p:nvPr userDrawn="1"/>
        </p:nvCxnSpPr>
        <p:spPr>
          <a:xfrm flipV="1">
            <a:off x="6009941" y="301615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5B3522AA-0CF1-8CDA-E0B5-9508AC5CCF27}"/>
              </a:ext>
            </a:extLst>
          </p:cNvPr>
          <p:cNvCxnSpPr>
            <a:cxnSpLocks/>
          </p:cNvCxnSpPr>
          <p:nvPr userDrawn="1"/>
        </p:nvCxnSpPr>
        <p:spPr>
          <a:xfrm flipV="1">
            <a:off x="11623207" y="301615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13" name="Text Placeholder">
            <a:extLst>
              <a:ext uri="{FF2B5EF4-FFF2-40B4-BE49-F238E27FC236}">
                <a16:creationId xmlns:a16="http://schemas.microsoft.com/office/drawing/2014/main" id="{483D4E07-2B5D-8779-F5A5-C0D0D63AA84F}"/>
              </a:ext>
            </a:extLst>
          </p:cNvPr>
          <p:cNvSpPr>
            <a:spLocks noGrp="1"/>
          </p:cNvSpPr>
          <p:nvPr>
            <p:ph type="body" idx="42" hasCustomPrompt="1"/>
          </p:nvPr>
        </p:nvSpPr>
        <p:spPr>
          <a:xfrm>
            <a:off x="587374" y="3839439"/>
            <a:ext cx="2592000" cy="1256855"/>
          </a:xfrm>
        </p:spPr>
        <p:txBody>
          <a:bodyPr lIns="216000" tIns="21600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6" name="Subtitle Placeholder">
            <a:extLst>
              <a:ext uri="{FF2B5EF4-FFF2-40B4-BE49-F238E27FC236}">
                <a16:creationId xmlns:a16="http://schemas.microsoft.com/office/drawing/2014/main" id="{9809A8A5-796C-BFB1-169A-1EE4E7A5D6CC}"/>
              </a:ext>
            </a:extLst>
          </p:cNvPr>
          <p:cNvSpPr>
            <a:spLocks noGrp="1"/>
          </p:cNvSpPr>
          <p:nvPr>
            <p:ph type="body" idx="43" hasCustomPrompt="1"/>
          </p:nvPr>
        </p:nvSpPr>
        <p:spPr>
          <a:xfrm>
            <a:off x="587374" y="5118878"/>
            <a:ext cx="2592000" cy="1160827"/>
          </a:xfrm>
        </p:spPr>
        <p:txBody>
          <a:bodyPr wrap="square" lIns="216000" tIns="108000" rIns="216000" bIns="432000" anchor="t" anchorCtr="0">
            <a:no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8" name="Text Placeholder">
            <a:extLst>
              <a:ext uri="{FF2B5EF4-FFF2-40B4-BE49-F238E27FC236}">
                <a16:creationId xmlns:a16="http://schemas.microsoft.com/office/drawing/2014/main" id="{7ED11787-EAAE-3B9B-32C6-0E663BDFDA6E}"/>
              </a:ext>
            </a:extLst>
          </p:cNvPr>
          <p:cNvSpPr>
            <a:spLocks noGrp="1"/>
          </p:cNvSpPr>
          <p:nvPr>
            <p:ph type="body" idx="44" hasCustomPrompt="1"/>
          </p:nvPr>
        </p:nvSpPr>
        <p:spPr>
          <a:xfrm>
            <a:off x="9012626" y="3839439"/>
            <a:ext cx="2592000" cy="12564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9" name="Subtitle Placeholder">
            <a:extLst>
              <a:ext uri="{FF2B5EF4-FFF2-40B4-BE49-F238E27FC236}">
                <a16:creationId xmlns:a16="http://schemas.microsoft.com/office/drawing/2014/main" id="{92CD3072-51D0-544D-F548-5CB43A15A25A}"/>
              </a:ext>
            </a:extLst>
          </p:cNvPr>
          <p:cNvSpPr>
            <a:spLocks noGrp="1"/>
          </p:cNvSpPr>
          <p:nvPr>
            <p:ph type="body" idx="45" hasCustomPrompt="1"/>
          </p:nvPr>
        </p:nvSpPr>
        <p:spPr>
          <a:xfrm>
            <a:off x="9012626" y="5118878"/>
            <a:ext cx="2592000" cy="1160827"/>
          </a:xfrm>
        </p:spPr>
        <p:txBody>
          <a:bodyPr wrap="square" lIns="216000" tIns="108000" rIns="216000" bIns="432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Прямоугольник: скругленные углы 32">
            <a:extLst>
              <a:ext uri="{FF2B5EF4-FFF2-40B4-BE49-F238E27FC236}">
                <a16:creationId xmlns:a16="http://schemas.microsoft.com/office/drawing/2014/main" id="{3E970911-90F4-DAD0-6A6B-5DBF9F77D447}"/>
              </a:ext>
            </a:extLst>
          </p:cNvPr>
          <p:cNvSpPr/>
          <p:nvPr userDrawn="1"/>
        </p:nvSpPr>
        <p:spPr>
          <a:xfrm>
            <a:off x="9012626" y="2581157"/>
            <a:ext cx="2592000" cy="865904"/>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4" name="Овал 33">
            <a:extLst>
              <a:ext uri="{FF2B5EF4-FFF2-40B4-BE49-F238E27FC236}">
                <a16:creationId xmlns:a16="http://schemas.microsoft.com/office/drawing/2014/main" id="{D468C74F-25B8-AA67-BF15-591D4151F8BE}"/>
              </a:ext>
            </a:extLst>
          </p:cNvPr>
          <p:cNvSpPr/>
          <p:nvPr userDrawn="1"/>
        </p:nvSpPr>
        <p:spPr>
          <a:xfrm>
            <a:off x="9225161" y="2798109"/>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7" name="Рисунок 36" descr="Стрелка вниз со сплошной заливкой">
            <a:extLst>
              <a:ext uri="{FF2B5EF4-FFF2-40B4-BE49-F238E27FC236}">
                <a16:creationId xmlns:a16="http://schemas.microsoft.com/office/drawing/2014/main" id="{ACB3F1F5-94EC-10DA-0170-AEA7BF0DD3DF}"/>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6200000">
            <a:off x="9141866" y="2895041"/>
            <a:ext cx="562221" cy="238137"/>
          </a:xfrm>
          <a:prstGeom prst="rect">
            <a:avLst/>
          </a:prstGeom>
        </p:spPr>
      </p:pic>
      <p:sp>
        <p:nvSpPr>
          <p:cNvPr id="38" name="Milestone Placeholder">
            <a:extLst>
              <a:ext uri="{FF2B5EF4-FFF2-40B4-BE49-F238E27FC236}">
                <a16:creationId xmlns:a16="http://schemas.microsoft.com/office/drawing/2014/main" id="{6D2247FB-21D5-65B0-4709-7692092CC73D}"/>
              </a:ext>
            </a:extLst>
          </p:cNvPr>
          <p:cNvSpPr>
            <a:spLocks noGrp="1"/>
          </p:cNvSpPr>
          <p:nvPr>
            <p:ph type="body" idx="46" hasCustomPrompt="1"/>
          </p:nvPr>
        </p:nvSpPr>
        <p:spPr>
          <a:xfrm>
            <a:off x="9680478" y="2706333"/>
            <a:ext cx="1920684" cy="615553"/>
          </a:xfrm>
        </p:spPr>
        <p:txBody>
          <a:bodyPr lIns="72000" tIns="0" rIns="216000" bIns="0" anchor="ctr" anchorCtr="0">
            <a:noAutofit/>
          </a:bodyPr>
          <a:lstStyle>
            <a:lvl1pPr marL="0" indent="0" algn="l">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cxnSp>
        <p:nvCxnSpPr>
          <p:cNvPr id="39" name="Прямая соединительная линия 38">
            <a:extLst>
              <a:ext uri="{FF2B5EF4-FFF2-40B4-BE49-F238E27FC236}">
                <a16:creationId xmlns:a16="http://schemas.microsoft.com/office/drawing/2014/main" id="{E309BFA7-39B3-BFF5-157B-9D917125E031}"/>
              </a:ext>
            </a:extLst>
          </p:cNvPr>
          <p:cNvCxnSpPr>
            <a:cxnSpLocks/>
          </p:cNvCxnSpPr>
          <p:nvPr userDrawn="1"/>
        </p:nvCxnSpPr>
        <p:spPr>
          <a:xfrm flipV="1">
            <a:off x="8805751" y="3014109"/>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2" name="Заголовок 1">
            <a:extLst>
              <a:ext uri="{FF2B5EF4-FFF2-40B4-BE49-F238E27FC236}">
                <a16:creationId xmlns:a16="http://schemas.microsoft.com/office/drawing/2014/main" id="{F75FB3DE-0A95-9A2F-8B09-BEB52017C55D}"/>
              </a:ext>
            </a:extLst>
          </p:cNvPr>
          <p:cNvSpPr>
            <a:spLocks noGrp="1"/>
          </p:cNvSpPr>
          <p:nvPr>
            <p:ph type="title" hasCustomPrompt="1"/>
          </p:nvPr>
        </p:nvSpPr>
        <p:spPr>
          <a:xfrm>
            <a:off x="597207" y="1309407"/>
            <a:ext cx="11007419" cy="664797"/>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3" name="Ellipse">
            <a:extLst>
              <a:ext uri="{FF2B5EF4-FFF2-40B4-BE49-F238E27FC236}">
                <a16:creationId xmlns:a16="http://schemas.microsoft.com/office/drawing/2014/main" id="{56739974-8885-452C-8931-F6136771AD19}"/>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672EF6ED-D4E2-B5B7-15FF-DAC1C85F3B31}"/>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92ABC65C-2F2C-802B-D986-84069D3C9B86}"/>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Footer Placeholder">
            <a:extLst>
              <a:ext uri="{FF2B5EF4-FFF2-40B4-BE49-F238E27FC236}">
                <a16:creationId xmlns:a16="http://schemas.microsoft.com/office/drawing/2014/main" id="{4453E70F-DFE6-DE39-DE79-26893DEAA24B}"/>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42019028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meline I60V3">
    <p:bg>
      <p:bgPr>
        <a:solidFill>
          <a:schemeClr val="bg2"/>
        </a:solidFill>
        <a:effectLst/>
      </p:bgPr>
    </p:bg>
    <p:spTree>
      <p:nvGrpSpPr>
        <p:cNvPr id="1" name=""/>
        <p:cNvGrpSpPr/>
        <p:nvPr/>
      </p:nvGrpSpPr>
      <p:grpSpPr>
        <a:xfrm>
          <a:off x="0" y="0"/>
          <a:ext cx="0" cy="0"/>
          <a:chOff x="0" y="0"/>
          <a:chExt cx="0" cy="0"/>
        </a:xfrm>
      </p:grpSpPr>
      <p:sp>
        <p:nvSpPr>
          <p:cNvPr id="19" name="Прямоугольник: скругленные углы 18">
            <a:extLst>
              <a:ext uri="{FF2B5EF4-FFF2-40B4-BE49-F238E27FC236}">
                <a16:creationId xmlns:a16="http://schemas.microsoft.com/office/drawing/2014/main" id="{EA451C37-D958-750B-4B3C-2B11B4FAF034}"/>
              </a:ext>
            </a:extLst>
          </p:cNvPr>
          <p:cNvSpPr/>
          <p:nvPr userDrawn="1"/>
        </p:nvSpPr>
        <p:spPr>
          <a:xfrm>
            <a:off x="587374" y="3213884"/>
            <a:ext cx="2016000" cy="3059916"/>
          </a:xfrm>
          <a:prstGeom prst="roundRect">
            <a:avLst>
              <a:gd name="adj" fmla="val 1436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1" name="Прямоугольник: скругленные углы 20">
            <a:extLst>
              <a:ext uri="{FF2B5EF4-FFF2-40B4-BE49-F238E27FC236}">
                <a16:creationId xmlns:a16="http://schemas.microsoft.com/office/drawing/2014/main" id="{6706ACC6-04C7-13B8-08BB-E31977982961}"/>
              </a:ext>
            </a:extLst>
          </p:cNvPr>
          <p:cNvSpPr/>
          <p:nvPr userDrawn="1"/>
        </p:nvSpPr>
        <p:spPr>
          <a:xfrm>
            <a:off x="2839782" y="3213868"/>
            <a:ext cx="2016000" cy="3059647"/>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5" name="Прямоугольник: скругленные углы 24">
            <a:extLst>
              <a:ext uri="{FF2B5EF4-FFF2-40B4-BE49-F238E27FC236}">
                <a16:creationId xmlns:a16="http://schemas.microsoft.com/office/drawing/2014/main" id="{DEA0A164-56C3-3A3B-E54C-2629184282B0}"/>
              </a:ext>
            </a:extLst>
          </p:cNvPr>
          <p:cNvSpPr/>
          <p:nvPr userDrawn="1"/>
        </p:nvSpPr>
        <p:spPr>
          <a:xfrm>
            <a:off x="5092190" y="3213868"/>
            <a:ext cx="2016000" cy="3059647"/>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6" name="Прямоугольник: скругленные углы 25">
            <a:extLst>
              <a:ext uri="{FF2B5EF4-FFF2-40B4-BE49-F238E27FC236}">
                <a16:creationId xmlns:a16="http://schemas.microsoft.com/office/drawing/2014/main" id="{F7BD5C46-56C1-95F6-04C5-207F20B9199A}"/>
              </a:ext>
            </a:extLst>
          </p:cNvPr>
          <p:cNvSpPr/>
          <p:nvPr userDrawn="1"/>
        </p:nvSpPr>
        <p:spPr>
          <a:xfrm>
            <a:off x="7344598" y="3213868"/>
            <a:ext cx="2016000" cy="3059647"/>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4" y="2275827"/>
            <a:ext cx="2016000" cy="720000"/>
          </a:xfrm>
          <a:prstGeom prst="roundRect">
            <a:avLst>
              <a:gd name="adj" fmla="val 50000"/>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5" name="Milestone Placeholder">
            <a:extLst>
              <a:ext uri="{FF2B5EF4-FFF2-40B4-BE49-F238E27FC236}">
                <a16:creationId xmlns:a16="http://schemas.microsoft.com/office/drawing/2014/main" id="{712831E2-BC7A-C346-AE12-39D98FBDEC60}"/>
              </a:ext>
            </a:extLst>
          </p:cNvPr>
          <p:cNvSpPr>
            <a:spLocks noGrp="1"/>
          </p:cNvSpPr>
          <p:nvPr>
            <p:ph type="body" idx="35" hasCustomPrompt="1"/>
          </p:nvPr>
        </p:nvSpPr>
        <p:spPr>
          <a:xfrm>
            <a:off x="635032" y="2328050"/>
            <a:ext cx="1920684" cy="615553"/>
          </a:xfrm>
        </p:spPr>
        <p:txBody>
          <a:bodyPr lIns="216000" tIns="0" rIns="216000" bIns="0" anchor="ctr" anchorCtr="0">
            <a:noAutofit/>
          </a:bodyPr>
          <a:lstStyle>
            <a:lvl1pPr marL="0" indent="0" algn="ctr">
              <a:buNone/>
              <a:defRPr sz="19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8" name="Прямоугольник: скругленные углы 7">
            <a:extLst>
              <a:ext uri="{FF2B5EF4-FFF2-40B4-BE49-F238E27FC236}">
                <a16:creationId xmlns:a16="http://schemas.microsoft.com/office/drawing/2014/main" id="{3D9D90EE-F6D0-66F3-D441-CE4345A05C45}"/>
              </a:ext>
            </a:extLst>
          </p:cNvPr>
          <p:cNvSpPr/>
          <p:nvPr userDrawn="1"/>
        </p:nvSpPr>
        <p:spPr>
          <a:xfrm>
            <a:off x="2839782" y="2275827"/>
            <a:ext cx="2016000" cy="72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1" name="Text Placeholder">
            <a:extLst>
              <a:ext uri="{FF2B5EF4-FFF2-40B4-BE49-F238E27FC236}">
                <a16:creationId xmlns:a16="http://schemas.microsoft.com/office/drawing/2014/main" id="{D1CC387C-962F-E9DD-B6AD-2EE5D59E625A}"/>
              </a:ext>
            </a:extLst>
          </p:cNvPr>
          <p:cNvSpPr>
            <a:spLocks noGrp="1"/>
          </p:cNvSpPr>
          <p:nvPr>
            <p:ph type="body" idx="36" hasCustomPrompt="1"/>
          </p:nvPr>
        </p:nvSpPr>
        <p:spPr>
          <a:xfrm>
            <a:off x="2839782" y="3266093"/>
            <a:ext cx="2016000" cy="16740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2" name="Subtitle Placeholder">
            <a:extLst>
              <a:ext uri="{FF2B5EF4-FFF2-40B4-BE49-F238E27FC236}">
                <a16:creationId xmlns:a16="http://schemas.microsoft.com/office/drawing/2014/main" id="{E1482F17-790E-E75B-F8F6-55C1B63E919A}"/>
              </a:ext>
            </a:extLst>
          </p:cNvPr>
          <p:cNvSpPr>
            <a:spLocks noGrp="1"/>
          </p:cNvSpPr>
          <p:nvPr>
            <p:ph type="body" idx="37" hasCustomPrompt="1"/>
          </p:nvPr>
        </p:nvSpPr>
        <p:spPr>
          <a:xfrm>
            <a:off x="2839782" y="4950603"/>
            <a:ext cx="2016000" cy="1324800"/>
          </a:xfrm>
        </p:spPr>
        <p:txBody>
          <a:bodyPr wrap="square" lIns="216000" tIns="108000" rIns="216000" bIns="288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18" name="Прямоугольник: скругленные углы 17">
            <a:extLst>
              <a:ext uri="{FF2B5EF4-FFF2-40B4-BE49-F238E27FC236}">
                <a16:creationId xmlns:a16="http://schemas.microsoft.com/office/drawing/2014/main" id="{A94DB04A-177E-E5B8-8E5A-4CB11CF28556}"/>
              </a:ext>
            </a:extLst>
          </p:cNvPr>
          <p:cNvSpPr/>
          <p:nvPr userDrawn="1"/>
        </p:nvSpPr>
        <p:spPr>
          <a:xfrm>
            <a:off x="5092190" y="2275827"/>
            <a:ext cx="2016000" cy="72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0" name="Text Placeholder">
            <a:extLst>
              <a:ext uri="{FF2B5EF4-FFF2-40B4-BE49-F238E27FC236}">
                <a16:creationId xmlns:a16="http://schemas.microsoft.com/office/drawing/2014/main" id="{71F580E8-5298-1D6B-3ED8-AB74C79B8A66}"/>
              </a:ext>
            </a:extLst>
          </p:cNvPr>
          <p:cNvSpPr>
            <a:spLocks noGrp="1"/>
          </p:cNvSpPr>
          <p:nvPr>
            <p:ph type="body" idx="39" hasCustomPrompt="1"/>
          </p:nvPr>
        </p:nvSpPr>
        <p:spPr>
          <a:xfrm>
            <a:off x="5092190" y="3266093"/>
            <a:ext cx="2016000" cy="16740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2" name="Subtitle Placeholder">
            <a:extLst>
              <a:ext uri="{FF2B5EF4-FFF2-40B4-BE49-F238E27FC236}">
                <a16:creationId xmlns:a16="http://schemas.microsoft.com/office/drawing/2014/main" id="{FA820685-BBD2-568B-6EF8-3D9A4C50DB4E}"/>
              </a:ext>
            </a:extLst>
          </p:cNvPr>
          <p:cNvSpPr>
            <a:spLocks noGrp="1"/>
          </p:cNvSpPr>
          <p:nvPr>
            <p:ph type="body" idx="40" hasCustomPrompt="1"/>
          </p:nvPr>
        </p:nvSpPr>
        <p:spPr>
          <a:xfrm>
            <a:off x="5092190" y="4950603"/>
            <a:ext cx="2016000" cy="1324800"/>
          </a:xfrm>
        </p:spPr>
        <p:txBody>
          <a:bodyPr wrap="square" lIns="216000" tIns="108000" rIns="216000" bIns="288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cxnSp>
        <p:nvCxnSpPr>
          <p:cNvPr id="40" name="Прямая соединительная линия 39">
            <a:extLst>
              <a:ext uri="{FF2B5EF4-FFF2-40B4-BE49-F238E27FC236}">
                <a16:creationId xmlns:a16="http://schemas.microsoft.com/office/drawing/2014/main" id="{7DD111AA-4096-9ED2-AC73-0888FE4D899F}"/>
              </a:ext>
            </a:extLst>
          </p:cNvPr>
          <p:cNvCxnSpPr>
            <a:cxnSpLocks/>
          </p:cNvCxnSpPr>
          <p:nvPr userDrawn="1"/>
        </p:nvCxnSpPr>
        <p:spPr>
          <a:xfrm flipV="1">
            <a:off x="2613578" y="2635827"/>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8" name="Прямая соединительная линия 47">
            <a:extLst>
              <a:ext uri="{FF2B5EF4-FFF2-40B4-BE49-F238E27FC236}">
                <a16:creationId xmlns:a16="http://schemas.microsoft.com/office/drawing/2014/main" id="{C7762849-CCA8-639E-40D8-5A6F655E6789}"/>
              </a:ext>
            </a:extLst>
          </p:cNvPr>
          <p:cNvCxnSpPr>
            <a:cxnSpLocks/>
          </p:cNvCxnSpPr>
          <p:nvPr userDrawn="1"/>
        </p:nvCxnSpPr>
        <p:spPr>
          <a:xfrm flipV="1">
            <a:off x="4865986" y="2635827"/>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5B3522AA-0CF1-8CDA-E0B5-9508AC5CCF27}"/>
              </a:ext>
            </a:extLst>
          </p:cNvPr>
          <p:cNvCxnSpPr>
            <a:cxnSpLocks/>
          </p:cNvCxnSpPr>
          <p:nvPr userDrawn="1"/>
        </p:nvCxnSpPr>
        <p:spPr>
          <a:xfrm flipV="1">
            <a:off x="11623207" y="2635827"/>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13" name="Text Placeholder">
            <a:extLst>
              <a:ext uri="{FF2B5EF4-FFF2-40B4-BE49-F238E27FC236}">
                <a16:creationId xmlns:a16="http://schemas.microsoft.com/office/drawing/2014/main" id="{483D4E07-2B5D-8779-F5A5-C0D0D63AA84F}"/>
              </a:ext>
            </a:extLst>
          </p:cNvPr>
          <p:cNvSpPr>
            <a:spLocks noGrp="1"/>
          </p:cNvSpPr>
          <p:nvPr>
            <p:ph type="body" idx="42" hasCustomPrompt="1"/>
          </p:nvPr>
        </p:nvSpPr>
        <p:spPr>
          <a:xfrm>
            <a:off x="587374" y="3266093"/>
            <a:ext cx="2016000" cy="1674000"/>
          </a:xfrm>
        </p:spPr>
        <p:txBody>
          <a:bodyPr lIns="216000" tIns="21600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6" name="Subtitle Placeholder">
            <a:extLst>
              <a:ext uri="{FF2B5EF4-FFF2-40B4-BE49-F238E27FC236}">
                <a16:creationId xmlns:a16="http://schemas.microsoft.com/office/drawing/2014/main" id="{9809A8A5-796C-BFB1-169A-1EE4E7A5D6CC}"/>
              </a:ext>
            </a:extLst>
          </p:cNvPr>
          <p:cNvSpPr>
            <a:spLocks noGrp="1"/>
          </p:cNvSpPr>
          <p:nvPr>
            <p:ph type="body" idx="43" hasCustomPrompt="1"/>
          </p:nvPr>
        </p:nvSpPr>
        <p:spPr>
          <a:xfrm>
            <a:off x="587374" y="4950603"/>
            <a:ext cx="2016000" cy="1324800"/>
          </a:xfrm>
        </p:spPr>
        <p:txBody>
          <a:bodyPr wrap="square" lIns="216000" tIns="108000" rIns="216000" bIns="288000" anchor="t" anchorCtr="0">
            <a:no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8" name="Text Placeholder">
            <a:extLst>
              <a:ext uri="{FF2B5EF4-FFF2-40B4-BE49-F238E27FC236}">
                <a16:creationId xmlns:a16="http://schemas.microsoft.com/office/drawing/2014/main" id="{7ED11787-EAAE-3B9B-32C6-0E663BDFDA6E}"/>
              </a:ext>
            </a:extLst>
          </p:cNvPr>
          <p:cNvSpPr>
            <a:spLocks noGrp="1"/>
          </p:cNvSpPr>
          <p:nvPr>
            <p:ph type="body" idx="44" hasCustomPrompt="1"/>
          </p:nvPr>
        </p:nvSpPr>
        <p:spPr>
          <a:xfrm>
            <a:off x="7344598" y="3266093"/>
            <a:ext cx="2016000" cy="16740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9" name="Subtitle Placeholder">
            <a:extLst>
              <a:ext uri="{FF2B5EF4-FFF2-40B4-BE49-F238E27FC236}">
                <a16:creationId xmlns:a16="http://schemas.microsoft.com/office/drawing/2014/main" id="{92CD3072-51D0-544D-F548-5CB43A15A25A}"/>
              </a:ext>
            </a:extLst>
          </p:cNvPr>
          <p:cNvSpPr>
            <a:spLocks noGrp="1"/>
          </p:cNvSpPr>
          <p:nvPr>
            <p:ph type="body" idx="45" hasCustomPrompt="1"/>
          </p:nvPr>
        </p:nvSpPr>
        <p:spPr>
          <a:xfrm>
            <a:off x="7344598" y="4950603"/>
            <a:ext cx="2016000" cy="1323197"/>
          </a:xfrm>
        </p:spPr>
        <p:txBody>
          <a:bodyPr wrap="square" lIns="216000" tIns="108000" rIns="216000" bIns="288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Прямоугольник: скругленные углы 32">
            <a:extLst>
              <a:ext uri="{FF2B5EF4-FFF2-40B4-BE49-F238E27FC236}">
                <a16:creationId xmlns:a16="http://schemas.microsoft.com/office/drawing/2014/main" id="{3E970911-90F4-DAD0-6A6B-5DBF9F77D447}"/>
              </a:ext>
            </a:extLst>
          </p:cNvPr>
          <p:cNvSpPr/>
          <p:nvPr userDrawn="1"/>
        </p:nvSpPr>
        <p:spPr>
          <a:xfrm>
            <a:off x="7344598" y="2275827"/>
            <a:ext cx="2016000" cy="72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cxnSp>
        <p:nvCxnSpPr>
          <p:cNvPr id="39" name="Прямая соединительная линия 38">
            <a:extLst>
              <a:ext uri="{FF2B5EF4-FFF2-40B4-BE49-F238E27FC236}">
                <a16:creationId xmlns:a16="http://schemas.microsoft.com/office/drawing/2014/main" id="{E309BFA7-39B3-BFF5-157B-9D917125E031}"/>
              </a:ext>
            </a:extLst>
          </p:cNvPr>
          <p:cNvCxnSpPr>
            <a:cxnSpLocks/>
          </p:cNvCxnSpPr>
          <p:nvPr userDrawn="1"/>
        </p:nvCxnSpPr>
        <p:spPr>
          <a:xfrm flipV="1">
            <a:off x="7118394" y="2635827"/>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3" name="Прямоугольник: скругленные углы 2">
            <a:extLst>
              <a:ext uri="{FF2B5EF4-FFF2-40B4-BE49-F238E27FC236}">
                <a16:creationId xmlns:a16="http://schemas.microsoft.com/office/drawing/2014/main" id="{CC1A8C69-4101-B580-BEE3-6F92CDD5D0EB}"/>
              </a:ext>
            </a:extLst>
          </p:cNvPr>
          <p:cNvSpPr/>
          <p:nvPr userDrawn="1"/>
        </p:nvSpPr>
        <p:spPr>
          <a:xfrm>
            <a:off x="9597006" y="2275827"/>
            <a:ext cx="2016000" cy="72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cxnSp>
        <p:nvCxnSpPr>
          <p:cNvPr id="6" name="Прямая соединительная линия 5">
            <a:extLst>
              <a:ext uri="{FF2B5EF4-FFF2-40B4-BE49-F238E27FC236}">
                <a16:creationId xmlns:a16="http://schemas.microsoft.com/office/drawing/2014/main" id="{289922CE-A819-20EC-8A42-05FC2EDBB788}"/>
              </a:ext>
            </a:extLst>
          </p:cNvPr>
          <p:cNvCxnSpPr>
            <a:cxnSpLocks/>
          </p:cNvCxnSpPr>
          <p:nvPr userDrawn="1"/>
        </p:nvCxnSpPr>
        <p:spPr>
          <a:xfrm flipV="1">
            <a:off x="9370802" y="2635827"/>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41" name="Milestone Placeholder">
            <a:extLst>
              <a:ext uri="{FF2B5EF4-FFF2-40B4-BE49-F238E27FC236}">
                <a16:creationId xmlns:a16="http://schemas.microsoft.com/office/drawing/2014/main" id="{D1B78CFF-2AEB-3BD7-9F89-4529BFD2530A}"/>
              </a:ext>
            </a:extLst>
          </p:cNvPr>
          <p:cNvSpPr>
            <a:spLocks noGrp="1"/>
          </p:cNvSpPr>
          <p:nvPr>
            <p:ph type="body" idx="48" hasCustomPrompt="1"/>
          </p:nvPr>
        </p:nvSpPr>
        <p:spPr>
          <a:xfrm>
            <a:off x="2887440" y="2328050"/>
            <a:ext cx="1920684" cy="615553"/>
          </a:xfrm>
        </p:spPr>
        <p:txBody>
          <a:bodyPr lIns="216000" tIns="0" rIns="216000" bIns="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43" name="Milestone Placeholder">
            <a:extLst>
              <a:ext uri="{FF2B5EF4-FFF2-40B4-BE49-F238E27FC236}">
                <a16:creationId xmlns:a16="http://schemas.microsoft.com/office/drawing/2014/main" id="{00D91BDB-D382-1CB8-32A6-72F69E54381F}"/>
              </a:ext>
            </a:extLst>
          </p:cNvPr>
          <p:cNvSpPr>
            <a:spLocks noGrp="1"/>
          </p:cNvSpPr>
          <p:nvPr>
            <p:ph type="body" idx="49" hasCustomPrompt="1"/>
          </p:nvPr>
        </p:nvSpPr>
        <p:spPr>
          <a:xfrm>
            <a:off x="5113613" y="2328050"/>
            <a:ext cx="1920684" cy="615553"/>
          </a:xfrm>
        </p:spPr>
        <p:txBody>
          <a:bodyPr lIns="216000" tIns="0" rIns="216000" bIns="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44" name="Milestone Placeholder">
            <a:extLst>
              <a:ext uri="{FF2B5EF4-FFF2-40B4-BE49-F238E27FC236}">
                <a16:creationId xmlns:a16="http://schemas.microsoft.com/office/drawing/2014/main" id="{9E3DA347-84DF-CB5E-770D-FEEC8313A018}"/>
              </a:ext>
            </a:extLst>
          </p:cNvPr>
          <p:cNvSpPr>
            <a:spLocks noGrp="1"/>
          </p:cNvSpPr>
          <p:nvPr>
            <p:ph type="body" idx="50" hasCustomPrompt="1"/>
          </p:nvPr>
        </p:nvSpPr>
        <p:spPr>
          <a:xfrm>
            <a:off x="7392256" y="2328050"/>
            <a:ext cx="1920684" cy="615553"/>
          </a:xfrm>
        </p:spPr>
        <p:txBody>
          <a:bodyPr lIns="216000" tIns="0" rIns="216000" bIns="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45" name="Milestone Placeholder">
            <a:extLst>
              <a:ext uri="{FF2B5EF4-FFF2-40B4-BE49-F238E27FC236}">
                <a16:creationId xmlns:a16="http://schemas.microsoft.com/office/drawing/2014/main" id="{B9B302C0-8874-CE8E-4750-B5BF787B5796}"/>
              </a:ext>
            </a:extLst>
          </p:cNvPr>
          <p:cNvSpPr>
            <a:spLocks noGrp="1"/>
          </p:cNvSpPr>
          <p:nvPr>
            <p:ph type="body" idx="51" hasCustomPrompt="1"/>
          </p:nvPr>
        </p:nvSpPr>
        <p:spPr>
          <a:xfrm>
            <a:off x="9644664" y="2328050"/>
            <a:ext cx="1920684" cy="615553"/>
          </a:xfrm>
        </p:spPr>
        <p:txBody>
          <a:bodyPr lIns="216000" tIns="0" rIns="216000" bIns="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47" name="Прямоугольник: скругленные углы 46">
            <a:extLst>
              <a:ext uri="{FF2B5EF4-FFF2-40B4-BE49-F238E27FC236}">
                <a16:creationId xmlns:a16="http://schemas.microsoft.com/office/drawing/2014/main" id="{D78AC21A-D626-1C58-C939-110186E009B9}"/>
              </a:ext>
            </a:extLst>
          </p:cNvPr>
          <p:cNvSpPr/>
          <p:nvPr userDrawn="1"/>
        </p:nvSpPr>
        <p:spPr>
          <a:xfrm>
            <a:off x="9597006" y="3213868"/>
            <a:ext cx="2016000" cy="3059647"/>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0" name="Text Placeholder">
            <a:extLst>
              <a:ext uri="{FF2B5EF4-FFF2-40B4-BE49-F238E27FC236}">
                <a16:creationId xmlns:a16="http://schemas.microsoft.com/office/drawing/2014/main" id="{11316F0F-7C0E-DAD1-72C4-079BE6D9384C}"/>
              </a:ext>
            </a:extLst>
          </p:cNvPr>
          <p:cNvSpPr>
            <a:spLocks noGrp="1"/>
          </p:cNvSpPr>
          <p:nvPr>
            <p:ph type="body" idx="52" hasCustomPrompt="1"/>
          </p:nvPr>
        </p:nvSpPr>
        <p:spPr>
          <a:xfrm>
            <a:off x="9597006" y="3266093"/>
            <a:ext cx="2016000" cy="16740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1" name="Subtitle Placeholder">
            <a:extLst>
              <a:ext uri="{FF2B5EF4-FFF2-40B4-BE49-F238E27FC236}">
                <a16:creationId xmlns:a16="http://schemas.microsoft.com/office/drawing/2014/main" id="{46315B6F-F2A5-E5F5-B51E-0F80C16D3CA4}"/>
              </a:ext>
            </a:extLst>
          </p:cNvPr>
          <p:cNvSpPr>
            <a:spLocks noGrp="1"/>
          </p:cNvSpPr>
          <p:nvPr>
            <p:ph type="body" idx="53" hasCustomPrompt="1"/>
          </p:nvPr>
        </p:nvSpPr>
        <p:spPr>
          <a:xfrm>
            <a:off x="9597006" y="4950603"/>
            <a:ext cx="2016000" cy="1323197"/>
          </a:xfrm>
        </p:spPr>
        <p:txBody>
          <a:bodyPr wrap="square" lIns="216000" tIns="108000" rIns="216000" bIns="288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 name="Заголовок 1">
            <a:extLst>
              <a:ext uri="{FF2B5EF4-FFF2-40B4-BE49-F238E27FC236}">
                <a16:creationId xmlns:a16="http://schemas.microsoft.com/office/drawing/2014/main" id="{D76560AC-8983-4A80-8CB4-32832B7A7E32}"/>
              </a:ext>
            </a:extLst>
          </p:cNvPr>
          <p:cNvSpPr>
            <a:spLocks noGrp="1"/>
          </p:cNvSpPr>
          <p:nvPr>
            <p:ph type="title" hasCustomPrompt="1"/>
          </p:nvPr>
        </p:nvSpPr>
        <p:spPr>
          <a:xfrm>
            <a:off x="597207" y="1309407"/>
            <a:ext cx="11007419" cy="664797"/>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7" name="Ellipse">
            <a:extLst>
              <a:ext uri="{FF2B5EF4-FFF2-40B4-BE49-F238E27FC236}">
                <a16:creationId xmlns:a16="http://schemas.microsoft.com/office/drawing/2014/main" id="{8A6E1B3A-7870-E08C-C845-A09D8E96C60A}"/>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Ellipse">
            <a:extLst>
              <a:ext uri="{FF2B5EF4-FFF2-40B4-BE49-F238E27FC236}">
                <a16:creationId xmlns:a16="http://schemas.microsoft.com/office/drawing/2014/main" id="{7A208CA6-0D7F-B2E9-7C97-101FA36A7B61}"/>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A9FD348A-81FD-3253-F1B0-774FA29BB2F4}"/>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Footer Placeholder">
            <a:extLst>
              <a:ext uri="{FF2B5EF4-FFF2-40B4-BE49-F238E27FC236}">
                <a16:creationId xmlns:a16="http://schemas.microsoft.com/office/drawing/2014/main" id="{C32ED264-97AE-563A-B9CF-670F759E43AB}"/>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1208227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meline I60V4">
    <p:bg>
      <p:bgPr>
        <a:solidFill>
          <a:schemeClr val="bg2"/>
        </a:solidFill>
        <a:effectLst/>
      </p:bgPr>
    </p:bg>
    <p:spTree>
      <p:nvGrpSpPr>
        <p:cNvPr id="1" name=""/>
        <p:cNvGrpSpPr/>
        <p:nvPr/>
      </p:nvGrpSpPr>
      <p:grpSpPr>
        <a:xfrm>
          <a:off x="0" y="0"/>
          <a:ext cx="0" cy="0"/>
          <a:chOff x="0" y="0"/>
          <a:chExt cx="0" cy="0"/>
        </a:xfrm>
      </p:grpSpPr>
      <p:sp>
        <p:nvSpPr>
          <p:cNvPr id="6" name="Прямоугольник: скругленные углы 5">
            <a:extLst>
              <a:ext uri="{FF2B5EF4-FFF2-40B4-BE49-F238E27FC236}">
                <a16:creationId xmlns:a16="http://schemas.microsoft.com/office/drawing/2014/main" id="{60172E97-6786-F94F-0805-4F68A10F8F8B}"/>
              </a:ext>
            </a:extLst>
          </p:cNvPr>
          <p:cNvSpPr/>
          <p:nvPr userDrawn="1"/>
        </p:nvSpPr>
        <p:spPr>
          <a:xfrm>
            <a:off x="587374" y="2174314"/>
            <a:ext cx="1659600" cy="1659600"/>
          </a:xfrm>
          <a:prstGeom prst="roundRect">
            <a:avLst>
              <a:gd name="adj" fmla="val 50000"/>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7" name="Milestone Placeholder">
            <a:extLst>
              <a:ext uri="{FF2B5EF4-FFF2-40B4-BE49-F238E27FC236}">
                <a16:creationId xmlns:a16="http://schemas.microsoft.com/office/drawing/2014/main" id="{099A8E1D-94E0-A9BB-A906-8C9B77800C29}"/>
              </a:ext>
            </a:extLst>
          </p:cNvPr>
          <p:cNvSpPr>
            <a:spLocks noGrp="1"/>
          </p:cNvSpPr>
          <p:nvPr>
            <p:ph type="body" idx="35" hasCustomPrompt="1"/>
          </p:nvPr>
        </p:nvSpPr>
        <p:spPr>
          <a:xfrm>
            <a:off x="587374" y="2478228"/>
            <a:ext cx="1659600" cy="1051772"/>
          </a:xfrm>
        </p:spPr>
        <p:txBody>
          <a:bodyPr lIns="108000" tIns="216000" rIns="108000" bIns="216000" anchor="ctr" anchorCtr="0">
            <a:noAutofit/>
          </a:bodyPr>
          <a:lstStyle>
            <a:lvl1pPr marL="0" indent="0" algn="ctr">
              <a:buNone/>
              <a:defRPr sz="19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8" name="Прямоугольник: скругленные углы 7">
            <a:extLst>
              <a:ext uri="{FF2B5EF4-FFF2-40B4-BE49-F238E27FC236}">
                <a16:creationId xmlns:a16="http://schemas.microsoft.com/office/drawing/2014/main" id="{40D4A6F7-1158-5213-3ACE-26192FD7766C}"/>
              </a:ext>
            </a:extLst>
          </p:cNvPr>
          <p:cNvSpPr/>
          <p:nvPr userDrawn="1"/>
        </p:nvSpPr>
        <p:spPr>
          <a:xfrm>
            <a:off x="2458904" y="2174314"/>
            <a:ext cx="1659600" cy="16596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0" name="Прямоугольник: скругленные углы 9">
            <a:extLst>
              <a:ext uri="{FF2B5EF4-FFF2-40B4-BE49-F238E27FC236}">
                <a16:creationId xmlns:a16="http://schemas.microsoft.com/office/drawing/2014/main" id="{0808A7A3-F965-A338-3EEA-DED57B546C48}"/>
              </a:ext>
            </a:extLst>
          </p:cNvPr>
          <p:cNvSpPr/>
          <p:nvPr userDrawn="1"/>
        </p:nvSpPr>
        <p:spPr>
          <a:xfrm>
            <a:off x="4330434" y="2174314"/>
            <a:ext cx="1659600" cy="16596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cxnSp>
        <p:nvCxnSpPr>
          <p:cNvPr id="11" name="Прямая соединительная линия 10">
            <a:extLst>
              <a:ext uri="{FF2B5EF4-FFF2-40B4-BE49-F238E27FC236}">
                <a16:creationId xmlns:a16="http://schemas.microsoft.com/office/drawing/2014/main" id="{5B890356-F438-AE8A-349A-29C2D6637CAD}"/>
              </a:ext>
            </a:extLst>
          </p:cNvPr>
          <p:cNvCxnSpPr>
            <a:cxnSpLocks/>
          </p:cNvCxnSpPr>
          <p:nvPr userDrawn="1"/>
        </p:nvCxnSpPr>
        <p:spPr>
          <a:xfrm flipV="1">
            <a:off x="2244939"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90E0EDCD-F7B7-7B7D-0DF0-9A2E9E350CF6}"/>
              </a:ext>
            </a:extLst>
          </p:cNvPr>
          <p:cNvCxnSpPr>
            <a:cxnSpLocks/>
          </p:cNvCxnSpPr>
          <p:nvPr userDrawn="1"/>
        </p:nvCxnSpPr>
        <p:spPr>
          <a:xfrm flipV="1">
            <a:off x="4116469"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7D6B5192-FD8E-B378-898E-5A6AB378061C}"/>
              </a:ext>
            </a:extLst>
          </p:cNvPr>
          <p:cNvCxnSpPr>
            <a:cxnSpLocks/>
          </p:cNvCxnSpPr>
          <p:nvPr userDrawn="1"/>
        </p:nvCxnSpPr>
        <p:spPr>
          <a:xfrm flipV="1">
            <a:off x="11623207"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14" name="Прямоугольник: скругленные углы 13">
            <a:extLst>
              <a:ext uri="{FF2B5EF4-FFF2-40B4-BE49-F238E27FC236}">
                <a16:creationId xmlns:a16="http://schemas.microsoft.com/office/drawing/2014/main" id="{6DC2C629-08DD-CA62-7D0B-C4E36312ED77}"/>
              </a:ext>
            </a:extLst>
          </p:cNvPr>
          <p:cNvSpPr/>
          <p:nvPr userDrawn="1"/>
        </p:nvSpPr>
        <p:spPr>
          <a:xfrm>
            <a:off x="6201964" y="2174314"/>
            <a:ext cx="1659600" cy="16596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cxnSp>
        <p:nvCxnSpPr>
          <p:cNvPr id="15" name="Прямая соединительная линия 14">
            <a:extLst>
              <a:ext uri="{FF2B5EF4-FFF2-40B4-BE49-F238E27FC236}">
                <a16:creationId xmlns:a16="http://schemas.microsoft.com/office/drawing/2014/main" id="{2E7DF794-C449-A959-55C0-D4A9F45BE959}"/>
              </a:ext>
            </a:extLst>
          </p:cNvPr>
          <p:cNvCxnSpPr>
            <a:cxnSpLocks/>
          </p:cNvCxnSpPr>
          <p:nvPr userDrawn="1"/>
        </p:nvCxnSpPr>
        <p:spPr>
          <a:xfrm flipV="1">
            <a:off x="5987999"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16" name="Прямоугольник: скругленные углы 15">
            <a:extLst>
              <a:ext uri="{FF2B5EF4-FFF2-40B4-BE49-F238E27FC236}">
                <a16:creationId xmlns:a16="http://schemas.microsoft.com/office/drawing/2014/main" id="{3D5E8191-D317-55D5-A28B-FE3B8614C3F1}"/>
              </a:ext>
            </a:extLst>
          </p:cNvPr>
          <p:cNvSpPr/>
          <p:nvPr userDrawn="1"/>
        </p:nvSpPr>
        <p:spPr>
          <a:xfrm>
            <a:off x="8073494" y="2174314"/>
            <a:ext cx="1659600" cy="16596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cxnSp>
        <p:nvCxnSpPr>
          <p:cNvPr id="17" name="Прямая соединительная линия 16">
            <a:extLst>
              <a:ext uri="{FF2B5EF4-FFF2-40B4-BE49-F238E27FC236}">
                <a16:creationId xmlns:a16="http://schemas.microsoft.com/office/drawing/2014/main" id="{A6BCFFD0-93FA-07CE-5AB5-B88B0D6041BA}"/>
              </a:ext>
            </a:extLst>
          </p:cNvPr>
          <p:cNvCxnSpPr>
            <a:cxnSpLocks/>
          </p:cNvCxnSpPr>
          <p:nvPr userDrawn="1"/>
        </p:nvCxnSpPr>
        <p:spPr>
          <a:xfrm flipV="1">
            <a:off x="9731059"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18" name="Milestone Placeholder">
            <a:extLst>
              <a:ext uri="{FF2B5EF4-FFF2-40B4-BE49-F238E27FC236}">
                <a16:creationId xmlns:a16="http://schemas.microsoft.com/office/drawing/2014/main" id="{C7A194E5-266F-1A73-E0FF-28597617933D}"/>
              </a:ext>
            </a:extLst>
          </p:cNvPr>
          <p:cNvSpPr>
            <a:spLocks noGrp="1"/>
          </p:cNvSpPr>
          <p:nvPr>
            <p:ph type="body" idx="48" hasCustomPrompt="1"/>
          </p:nvPr>
        </p:nvSpPr>
        <p:spPr>
          <a:xfrm>
            <a:off x="2458904" y="2478228"/>
            <a:ext cx="1659600" cy="1051772"/>
          </a:xfrm>
        </p:spPr>
        <p:txBody>
          <a:bodyPr lIns="108000" tIns="216000" rIns="108000" bIns="21600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19" name="Milestone Placeholder">
            <a:extLst>
              <a:ext uri="{FF2B5EF4-FFF2-40B4-BE49-F238E27FC236}">
                <a16:creationId xmlns:a16="http://schemas.microsoft.com/office/drawing/2014/main" id="{27DECCCD-E983-94E1-A00D-E725CFA43017}"/>
              </a:ext>
            </a:extLst>
          </p:cNvPr>
          <p:cNvSpPr>
            <a:spLocks noGrp="1"/>
          </p:cNvSpPr>
          <p:nvPr>
            <p:ph type="body" idx="49" hasCustomPrompt="1"/>
          </p:nvPr>
        </p:nvSpPr>
        <p:spPr>
          <a:xfrm>
            <a:off x="4330434" y="2478228"/>
            <a:ext cx="1659600" cy="1051772"/>
          </a:xfrm>
        </p:spPr>
        <p:txBody>
          <a:bodyPr lIns="108000" tIns="216000" rIns="108000" bIns="21600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20" name="Milestone Placeholder">
            <a:extLst>
              <a:ext uri="{FF2B5EF4-FFF2-40B4-BE49-F238E27FC236}">
                <a16:creationId xmlns:a16="http://schemas.microsoft.com/office/drawing/2014/main" id="{E3B8C048-A5B0-41A5-62DA-3A3F0540781D}"/>
              </a:ext>
            </a:extLst>
          </p:cNvPr>
          <p:cNvSpPr>
            <a:spLocks noGrp="1"/>
          </p:cNvSpPr>
          <p:nvPr>
            <p:ph type="body" idx="50" hasCustomPrompt="1"/>
          </p:nvPr>
        </p:nvSpPr>
        <p:spPr>
          <a:xfrm>
            <a:off x="6201964" y="2478228"/>
            <a:ext cx="1659600" cy="1051772"/>
          </a:xfrm>
        </p:spPr>
        <p:txBody>
          <a:bodyPr lIns="108000" tIns="216000" rIns="108000" bIns="21600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21" name="Milestone Placeholder">
            <a:extLst>
              <a:ext uri="{FF2B5EF4-FFF2-40B4-BE49-F238E27FC236}">
                <a16:creationId xmlns:a16="http://schemas.microsoft.com/office/drawing/2014/main" id="{92121FB3-4B39-D368-A1B1-EBE4EAFFA60A}"/>
              </a:ext>
            </a:extLst>
          </p:cNvPr>
          <p:cNvSpPr>
            <a:spLocks noGrp="1"/>
          </p:cNvSpPr>
          <p:nvPr>
            <p:ph type="body" idx="51" hasCustomPrompt="1"/>
          </p:nvPr>
        </p:nvSpPr>
        <p:spPr>
          <a:xfrm>
            <a:off x="8073494" y="2478228"/>
            <a:ext cx="1659600" cy="1051772"/>
          </a:xfrm>
        </p:spPr>
        <p:txBody>
          <a:bodyPr lIns="108000" tIns="216000" rIns="108000" bIns="21600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26" name="Прямоугольник: скругленные углы 25">
            <a:extLst>
              <a:ext uri="{FF2B5EF4-FFF2-40B4-BE49-F238E27FC236}">
                <a16:creationId xmlns:a16="http://schemas.microsoft.com/office/drawing/2014/main" id="{693FE398-6A48-79F0-F6EA-6EE0B07863E9}"/>
              </a:ext>
            </a:extLst>
          </p:cNvPr>
          <p:cNvSpPr/>
          <p:nvPr userDrawn="1"/>
        </p:nvSpPr>
        <p:spPr>
          <a:xfrm>
            <a:off x="9945024" y="2174314"/>
            <a:ext cx="1659600" cy="16596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cxnSp>
        <p:nvCxnSpPr>
          <p:cNvPr id="27" name="Прямая соединительная линия 26">
            <a:extLst>
              <a:ext uri="{FF2B5EF4-FFF2-40B4-BE49-F238E27FC236}">
                <a16:creationId xmlns:a16="http://schemas.microsoft.com/office/drawing/2014/main" id="{27578781-D078-F1FE-D99F-99F2FA482375}"/>
              </a:ext>
            </a:extLst>
          </p:cNvPr>
          <p:cNvCxnSpPr>
            <a:cxnSpLocks/>
          </p:cNvCxnSpPr>
          <p:nvPr userDrawn="1"/>
        </p:nvCxnSpPr>
        <p:spPr>
          <a:xfrm flipV="1">
            <a:off x="7859529"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28" name="Milestone Placeholder">
            <a:extLst>
              <a:ext uri="{FF2B5EF4-FFF2-40B4-BE49-F238E27FC236}">
                <a16:creationId xmlns:a16="http://schemas.microsoft.com/office/drawing/2014/main" id="{ABAEFCC8-E37A-D208-98A9-5CDE6D82423E}"/>
              </a:ext>
            </a:extLst>
          </p:cNvPr>
          <p:cNvSpPr>
            <a:spLocks noGrp="1"/>
          </p:cNvSpPr>
          <p:nvPr>
            <p:ph type="body" idx="52" hasCustomPrompt="1"/>
          </p:nvPr>
        </p:nvSpPr>
        <p:spPr>
          <a:xfrm>
            <a:off x="9945024" y="2478228"/>
            <a:ext cx="1659600" cy="1051772"/>
          </a:xfrm>
        </p:spPr>
        <p:txBody>
          <a:bodyPr lIns="108000" tIns="216000" rIns="108000" bIns="21600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29" name="Text Placeholder">
            <a:extLst>
              <a:ext uri="{FF2B5EF4-FFF2-40B4-BE49-F238E27FC236}">
                <a16:creationId xmlns:a16="http://schemas.microsoft.com/office/drawing/2014/main" id="{10AB0114-639C-5B5C-B9A3-F2015D1FCF89}"/>
              </a:ext>
            </a:extLst>
          </p:cNvPr>
          <p:cNvSpPr>
            <a:spLocks noGrp="1"/>
          </p:cNvSpPr>
          <p:nvPr>
            <p:ph type="body" idx="36" hasCustomPrompt="1"/>
          </p:nvPr>
        </p:nvSpPr>
        <p:spPr>
          <a:xfrm>
            <a:off x="587374" y="4795665"/>
            <a:ext cx="1659600" cy="1454244"/>
          </a:xfrm>
        </p:spPr>
        <p:txBody>
          <a:bodyPr lIns="0" tIns="0" rIns="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30" name="Subtitle Placeholder">
            <a:extLst>
              <a:ext uri="{FF2B5EF4-FFF2-40B4-BE49-F238E27FC236}">
                <a16:creationId xmlns:a16="http://schemas.microsoft.com/office/drawing/2014/main" id="{555C39AA-2FF5-EF12-1560-CFD57041F641}"/>
              </a:ext>
            </a:extLst>
          </p:cNvPr>
          <p:cNvSpPr>
            <a:spLocks noGrp="1"/>
          </p:cNvSpPr>
          <p:nvPr>
            <p:ph type="body" idx="37" hasCustomPrompt="1"/>
          </p:nvPr>
        </p:nvSpPr>
        <p:spPr>
          <a:xfrm>
            <a:off x="587374" y="4033968"/>
            <a:ext cx="1659600" cy="724608"/>
          </a:xfrm>
        </p:spPr>
        <p:txBody>
          <a:bodyPr wrap="square" lIns="0" tIns="0" rIns="0" bIns="108000" anchor="ctr" anchorCtr="0">
            <a:sp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32" name="Text Placeholder">
            <a:extLst>
              <a:ext uri="{FF2B5EF4-FFF2-40B4-BE49-F238E27FC236}">
                <a16:creationId xmlns:a16="http://schemas.microsoft.com/office/drawing/2014/main" id="{B2B90625-0964-DE8F-C7B9-068EF59440A0}"/>
              </a:ext>
            </a:extLst>
          </p:cNvPr>
          <p:cNvSpPr>
            <a:spLocks noGrp="1"/>
          </p:cNvSpPr>
          <p:nvPr>
            <p:ph type="body" idx="53" hasCustomPrompt="1"/>
          </p:nvPr>
        </p:nvSpPr>
        <p:spPr>
          <a:xfrm>
            <a:off x="2458904" y="4795665"/>
            <a:ext cx="1659600" cy="1454400"/>
          </a:xfrm>
        </p:spPr>
        <p:txBody>
          <a:bodyPr lIns="0" tIns="0" rIns="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33" name="Subtitle Placeholder">
            <a:extLst>
              <a:ext uri="{FF2B5EF4-FFF2-40B4-BE49-F238E27FC236}">
                <a16:creationId xmlns:a16="http://schemas.microsoft.com/office/drawing/2014/main" id="{D2B23425-93A6-9FEE-FABD-74FC3D7D5A4E}"/>
              </a:ext>
            </a:extLst>
          </p:cNvPr>
          <p:cNvSpPr>
            <a:spLocks noGrp="1"/>
          </p:cNvSpPr>
          <p:nvPr>
            <p:ph type="body" idx="54" hasCustomPrompt="1"/>
          </p:nvPr>
        </p:nvSpPr>
        <p:spPr>
          <a:xfrm>
            <a:off x="2458904" y="4033968"/>
            <a:ext cx="1659600" cy="724608"/>
          </a:xfrm>
        </p:spPr>
        <p:txBody>
          <a:bodyPr wrap="square" lIns="0" tIns="0" rIns="0" bIns="108000" anchor="ctr" anchorCtr="0">
            <a:sp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34" name="Text Placeholder">
            <a:extLst>
              <a:ext uri="{FF2B5EF4-FFF2-40B4-BE49-F238E27FC236}">
                <a16:creationId xmlns:a16="http://schemas.microsoft.com/office/drawing/2014/main" id="{179E511E-9448-1CC4-975A-3D843D4E67C5}"/>
              </a:ext>
            </a:extLst>
          </p:cNvPr>
          <p:cNvSpPr>
            <a:spLocks noGrp="1"/>
          </p:cNvSpPr>
          <p:nvPr>
            <p:ph type="body" idx="55" hasCustomPrompt="1"/>
          </p:nvPr>
        </p:nvSpPr>
        <p:spPr>
          <a:xfrm>
            <a:off x="4330434" y="4795665"/>
            <a:ext cx="1659600" cy="1454400"/>
          </a:xfrm>
        </p:spPr>
        <p:txBody>
          <a:bodyPr lIns="0" tIns="0" rIns="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35" name="Subtitle Placeholder">
            <a:extLst>
              <a:ext uri="{FF2B5EF4-FFF2-40B4-BE49-F238E27FC236}">
                <a16:creationId xmlns:a16="http://schemas.microsoft.com/office/drawing/2014/main" id="{EE58298D-4828-E0D7-71BF-3651DE581ED4}"/>
              </a:ext>
            </a:extLst>
          </p:cNvPr>
          <p:cNvSpPr>
            <a:spLocks noGrp="1"/>
          </p:cNvSpPr>
          <p:nvPr>
            <p:ph type="body" idx="56" hasCustomPrompt="1"/>
          </p:nvPr>
        </p:nvSpPr>
        <p:spPr>
          <a:xfrm>
            <a:off x="4330434" y="4033968"/>
            <a:ext cx="1659600" cy="724608"/>
          </a:xfrm>
        </p:spPr>
        <p:txBody>
          <a:bodyPr wrap="square" lIns="0" tIns="0" rIns="0" bIns="108000" anchor="ctr" anchorCtr="0">
            <a:sp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36" name="Text Placeholder">
            <a:extLst>
              <a:ext uri="{FF2B5EF4-FFF2-40B4-BE49-F238E27FC236}">
                <a16:creationId xmlns:a16="http://schemas.microsoft.com/office/drawing/2014/main" id="{F8D007FB-B99C-D006-2A2E-B37EE25E6739}"/>
              </a:ext>
            </a:extLst>
          </p:cNvPr>
          <p:cNvSpPr>
            <a:spLocks noGrp="1"/>
          </p:cNvSpPr>
          <p:nvPr>
            <p:ph type="body" idx="57" hasCustomPrompt="1"/>
          </p:nvPr>
        </p:nvSpPr>
        <p:spPr>
          <a:xfrm>
            <a:off x="6201964" y="4795665"/>
            <a:ext cx="1659600" cy="1454400"/>
          </a:xfrm>
        </p:spPr>
        <p:txBody>
          <a:bodyPr lIns="0" tIns="0" rIns="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37" name="Subtitle Placeholder">
            <a:extLst>
              <a:ext uri="{FF2B5EF4-FFF2-40B4-BE49-F238E27FC236}">
                <a16:creationId xmlns:a16="http://schemas.microsoft.com/office/drawing/2014/main" id="{688C91FF-BD8B-D44D-C806-29CC4B0B745D}"/>
              </a:ext>
            </a:extLst>
          </p:cNvPr>
          <p:cNvSpPr>
            <a:spLocks noGrp="1"/>
          </p:cNvSpPr>
          <p:nvPr>
            <p:ph type="body" idx="58" hasCustomPrompt="1"/>
          </p:nvPr>
        </p:nvSpPr>
        <p:spPr>
          <a:xfrm>
            <a:off x="6201964" y="4033968"/>
            <a:ext cx="1659600" cy="724608"/>
          </a:xfrm>
        </p:spPr>
        <p:txBody>
          <a:bodyPr wrap="square" lIns="0" tIns="0" rIns="0" bIns="108000" anchor="ctr" anchorCtr="0">
            <a:sp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38" name="Text Placeholder">
            <a:extLst>
              <a:ext uri="{FF2B5EF4-FFF2-40B4-BE49-F238E27FC236}">
                <a16:creationId xmlns:a16="http://schemas.microsoft.com/office/drawing/2014/main" id="{C5E72114-DCBB-223A-8610-457EA17421F1}"/>
              </a:ext>
            </a:extLst>
          </p:cNvPr>
          <p:cNvSpPr>
            <a:spLocks noGrp="1"/>
          </p:cNvSpPr>
          <p:nvPr>
            <p:ph type="body" idx="59" hasCustomPrompt="1"/>
          </p:nvPr>
        </p:nvSpPr>
        <p:spPr>
          <a:xfrm>
            <a:off x="8073494" y="4795665"/>
            <a:ext cx="1659600" cy="1454400"/>
          </a:xfrm>
        </p:spPr>
        <p:txBody>
          <a:bodyPr lIns="0" tIns="0" rIns="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39" name="Subtitle Placeholder">
            <a:extLst>
              <a:ext uri="{FF2B5EF4-FFF2-40B4-BE49-F238E27FC236}">
                <a16:creationId xmlns:a16="http://schemas.microsoft.com/office/drawing/2014/main" id="{091B2B8F-1A0C-5B68-697A-886333E6FC98}"/>
              </a:ext>
            </a:extLst>
          </p:cNvPr>
          <p:cNvSpPr>
            <a:spLocks noGrp="1"/>
          </p:cNvSpPr>
          <p:nvPr>
            <p:ph type="body" idx="60" hasCustomPrompt="1"/>
          </p:nvPr>
        </p:nvSpPr>
        <p:spPr>
          <a:xfrm>
            <a:off x="8073494" y="4033968"/>
            <a:ext cx="1659600" cy="724608"/>
          </a:xfrm>
        </p:spPr>
        <p:txBody>
          <a:bodyPr wrap="square" lIns="0" tIns="0" rIns="0" bIns="108000" anchor="ctr" anchorCtr="0">
            <a:sp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40" name="Text Placeholder">
            <a:extLst>
              <a:ext uri="{FF2B5EF4-FFF2-40B4-BE49-F238E27FC236}">
                <a16:creationId xmlns:a16="http://schemas.microsoft.com/office/drawing/2014/main" id="{917D001C-F469-9F7A-853C-2FAB5EA999B3}"/>
              </a:ext>
            </a:extLst>
          </p:cNvPr>
          <p:cNvSpPr>
            <a:spLocks noGrp="1"/>
          </p:cNvSpPr>
          <p:nvPr>
            <p:ph type="body" idx="61" hasCustomPrompt="1"/>
          </p:nvPr>
        </p:nvSpPr>
        <p:spPr>
          <a:xfrm>
            <a:off x="9945024" y="4795665"/>
            <a:ext cx="1659600" cy="1454400"/>
          </a:xfrm>
        </p:spPr>
        <p:txBody>
          <a:bodyPr lIns="0" tIns="0" rIns="0" bIns="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41" name="Subtitle Placeholder">
            <a:extLst>
              <a:ext uri="{FF2B5EF4-FFF2-40B4-BE49-F238E27FC236}">
                <a16:creationId xmlns:a16="http://schemas.microsoft.com/office/drawing/2014/main" id="{BAF628F3-99ED-2C1F-610C-E16E79AAE5C9}"/>
              </a:ext>
            </a:extLst>
          </p:cNvPr>
          <p:cNvSpPr>
            <a:spLocks noGrp="1"/>
          </p:cNvSpPr>
          <p:nvPr>
            <p:ph type="body" idx="62" hasCustomPrompt="1"/>
          </p:nvPr>
        </p:nvSpPr>
        <p:spPr>
          <a:xfrm>
            <a:off x="9945024" y="4033968"/>
            <a:ext cx="1659600" cy="724608"/>
          </a:xfrm>
        </p:spPr>
        <p:txBody>
          <a:bodyPr wrap="square" lIns="0" tIns="0" rIns="0" bIns="108000" anchor="ctr" anchorCtr="0">
            <a:sp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2" name="Заголовок 1">
            <a:extLst>
              <a:ext uri="{FF2B5EF4-FFF2-40B4-BE49-F238E27FC236}">
                <a16:creationId xmlns:a16="http://schemas.microsoft.com/office/drawing/2014/main" id="{A661B6B7-D8BE-ED7A-E967-03DAFC38A0ED}"/>
              </a:ext>
            </a:extLst>
          </p:cNvPr>
          <p:cNvSpPr>
            <a:spLocks noGrp="1"/>
          </p:cNvSpPr>
          <p:nvPr>
            <p:ph type="title" hasCustomPrompt="1"/>
          </p:nvPr>
        </p:nvSpPr>
        <p:spPr>
          <a:xfrm>
            <a:off x="597207" y="1309407"/>
            <a:ext cx="11007419" cy="664797"/>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3" name="Ellipse">
            <a:extLst>
              <a:ext uri="{FF2B5EF4-FFF2-40B4-BE49-F238E27FC236}">
                <a16:creationId xmlns:a16="http://schemas.microsoft.com/office/drawing/2014/main" id="{089A29B4-96FA-E480-BC4B-A46A40D8E473}"/>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EDBE2EB4-4A72-49ED-BDFA-2EA550CE30E4}"/>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Ellipse">
            <a:extLst>
              <a:ext uri="{FF2B5EF4-FFF2-40B4-BE49-F238E27FC236}">
                <a16:creationId xmlns:a16="http://schemas.microsoft.com/office/drawing/2014/main" id="{6FE727FD-E415-2AA1-8BC1-01DEF85CF718}"/>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Footer Placeholder">
            <a:extLst>
              <a:ext uri="{FF2B5EF4-FFF2-40B4-BE49-F238E27FC236}">
                <a16:creationId xmlns:a16="http://schemas.microsoft.com/office/drawing/2014/main" id="{F21C698E-4D82-69C8-C174-D2845A5FA8C0}"/>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545191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meline I60V5">
    <p:bg>
      <p:bgPr>
        <a:solidFill>
          <a:schemeClr val="tx2"/>
        </a:solidFill>
        <a:effectLst/>
      </p:bgPr>
    </p:bg>
    <p:spTree>
      <p:nvGrpSpPr>
        <p:cNvPr id="1" name=""/>
        <p:cNvGrpSpPr/>
        <p:nvPr/>
      </p:nvGrpSpPr>
      <p:grpSpPr>
        <a:xfrm>
          <a:off x="0" y="0"/>
          <a:ext cx="0" cy="0"/>
          <a:chOff x="0" y="0"/>
          <a:chExt cx="0" cy="0"/>
        </a:xfrm>
      </p:grpSpPr>
      <p:sp>
        <p:nvSpPr>
          <p:cNvPr id="2" name="Прямоугольник: скругленные углы 1">
            <a:extLst>
              <a:ext uri="{FF2B5EF4-FFF2-40B4-BE49-F238E27FC236}">
                <a16:creationId xmlns:a16="http://schemas.microsoft.com/office/drawing/2014/main" id="{BE363D5A-8487-C1EA-EFC3-BB1756FFA87C}"/>
              </a:ext>
            </a:extLst>
          </p:cNvPr>
          <p:cNvSpPr/>
          <p:nvPr userDrawn="1"/>
        </p:nvSpPr>
        <p:spPr>
          <a:xfrm>
            <a:off x="587374" y="3911326"/>
            <a:ext cx="3529014" cy="2362676"/>
          </a:xfrm>
          <a:prstGeom prst="roundRect">
            <a:avLst>
              <a:gd name="adj" fmla="val 1935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 name="Прямоугольник: скругленные углы 2">
            <a:extLst>
              <a:ext uri="{FF2B5EF4-FFF2-40B4-BE49-F238E27FC236}">
                <a16:creationId xmlns:a16="http://schemas.microsoft.com/office/drawing/2014/main" id="{9524451F-A9B0-842E-4E6E-5B23BED0249C}"/>
              </a:ext>
            </a:extLst>
          </p:cNvPr>
          <p:cNvSpPr/>
          <p:nvPr userDrawn="1"/>
        </p:nvSpPr>
        <p:spPr>
          <a:xfrm>
            <a:off x="4332389" y="3913744"/>
            <a:ext cx="3529014" cy="2360056"/>
          </a:xfrm>
          <a:prstGeom prst="roundRect">
            <a:avLst>
              <a:gd name="adj" fmla="val 19365"/>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 name="Прямоугольник: скругленные углы 3">
            <a:extLst>
              <a:ext uri="{FF2B5EF4-FFF2-40B4-BE49-F238E27FC236}">
                <a16:creationId xmlns:a16="http://schemas.microsoft.com/office/drawing/2014/main" id="{F0925186-EA6A-BE86-E801-12A1C3190C41}"/>
              </a:ext>
            </a:extLst>
          </p:cNvPr>
          <p:cNvSpPr/>
          <p:nvPr userDrawn="1"/>
        </p:nvSpPr>
        <p:spPr>
          <a:xfrm>
            <a:off x="8075614" y="3913744"/>
            <a:ext cx="3529014" cy="2360056"/>
          </a:xfrm>
          <a:prstGeom prst="roundRect">
            <a:avLst>
              <a:gd name="adj" fmla="val 2095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4" y="2828471"/>
            <a:ext cx="3529014" cy="865904"/>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7" name="Овал 6">
            <a:extLst>
              <a:ext uri="{FF2B5EF4-FFF2-40B4-BE49-F238E27FC236}">
                <a16:creationId xmlns:a16="http://schemas.microsoft.com/office/drawing/2014/main" id="{FE4E2D84-7B51-3838-AFB2-D38F229F4EDA}"/>
              </a:ext>
            </a:extLst>
          </p:cNvPr>
          <p:cNvSpPr/>
          <p:nvPr userDrawn="1"/>
        </p:nvSpPr>
        <p:spPr>
          <a:xfrm>
            <a:off x="803374" y="304542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741099" y="3142354"/>
            <a:ext cx="562221" cy="238137"/>
          </a:xfrm>
          <a:prstGeom prst="rect">
            <a:avLst/>
          </a:prstGeom>
        </p:spPr>
      </p:pic>
      <p:sp>
        <p:nvSpPr>
          <p:cNvPr id="5" name="Текст 2">
            <a:extLst>
              <a:ext uri="{FF2B5EF4-FFF2-40B4-BE49-F238E27FC236}">
                <a16:creationId xmlns:a16="http://schemas.microsoft.com/office/drawing/2014/main" id="{712831E2-BC7A-C346-AE12-39D98FBDEC60}"/>
              </a:ext>
            </a:extLst>
          </p:cNvPr>
          <p:cNvSpPr>
            <a:spLocks noGrp="1"/>
          </p:cNvSpPr>
          <p:nvPr>
            <p:ph type="body" idx="35" hasCustomPrompt="1"/>
          </p:nvPr>
        </p:nvSpPr>
        <p:spPr>
          <a:xfrm>
            <a:off x="1258690" y="2953647"/>
            <a:ext cx="2847155" cy="615553"/>
          </a:xfrm>
        </p:spPr>
        <p:txBody>
          <a:bodyPr lIns="72000" tIns="0" rIns="216000" bIns="0" anchor="ctr" anchorCtr="0">
            <a:noAutofit/>
          </a:bodyPr>
          <a:lstStyle>
            <a:lvl1pPr marL="0" indent="0" algn="l">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8" name="Прямоугольник: скругленные углы 7">
            <a:extLst>
              <a:ext uri="{FF2B5EF4-FFF2-40B4-BE49-F238E27FC236}">
                <a16:creationId xmlns:a16="http://schemas.microsoft.com/office/drawing/2014/main" id="{3D9D90EE-F6D0-66F3-D441-CE4345A05C45}"/>
              </a:ext>
            </a:extLst>
          </p:cNvPr>
          <p:cNvSpPr/>
          <p:nvPr userDrawn="1"/>
        </p:nvSpPr>
        <p:spPr>
          <a:xfrm>
            <a:off x="4341349" y="2828471"/>
            <a:ext cx="3529014" cy="865904"/>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0" name="Овал 9">
            <a:extLst>
              <a:ext uri="{FF2B5EF4-FFF2-40B4-BE49-F238E27FC236}">
                <a16:creationId xmlns:a16="http://schemas.microsoft.com/office/drawing/2014/main" id="{282BD834-C74E-5456-01FE-1E79096F6BAB}"/>
              </a:ext>
            </a:extLst>
          </p:cNvPr>
          <p:cNvSpPr/>
          <p:nvPr userDrawn="1"/>
        </p:nvSpPr>
        <p:spPr>
          <a:xfrm>
            <a:off x="4557349" y="304542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Текст 2">
            <a:extLst>
              <a:ext uri="{FF2B5EF4-FFF2-40B4-BE49-F238E27FC236}">
                <a16:creationId xmlns:a16="http://schemas.microsoft.com/office/drawing/2014/main" id="{D1CC387C-962F-E9DD-B6AD-2EE5D59E625A}"/>
              </a:ext>
            </a:extLst>
          </p:cNvPr>
          <p:cNvSpPr>
            <a:spLocks noGrp="1"/>
          </p:cNvSpPr>
          <p:nvPr>
            <p:ph type="body" idx="36" hasCustomPrompt="1"/>
          </p:nvPr>
        </p:nvSpPr>
        <p:spPr>
          <a:xfrm>
            <a:off x="4350310" y="3933002"/>
            <a:ext cx="3529014" cy="1166986"/>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2" name="Текст 2">
            <a:extLst>
              <a:ext uri="{FF2B5EF4-FFF2-40B4-BE49-F238E27FC236}">
                <a16:creationId xmlns:a16="http://schemas.microsoft.com/office/drawing/2014/main" id="{E1482F17-790E-E75B-F8F6-55C1B63E919A}"/>
              </a:ext>
            </a:extLst>
          </p:cNvPr>
          <p:cNvSpPr>
            <a:spLocks noGrp="1"/>
          </p:cNvSpPr>
          <p:nvPr>
            <p:ph type="body" idx="37" hasCustomPrompt="1"/>
          </p:nvPr>
        </p:nvSpPr>
        <p:spPr>
          <a:xfrm>
            <a:off x="4350310" y="5110569"/>
            <a:ext cx="3529014" cy="1160827"/>
          </a:xfrm>
        </p:spPr>
        <p:txBody>
          <a:bodyPr wrap="square" lIns="216000" tIns="108000" rIns="216000" bIns="432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pic>
        <p:nvPicPr>
          <p:cNvPr id="14" name="Рисунок 13" descr="Стрелка вниз со сплошной заливкой">
            <a:extLst>
              <a:ext uri="{FF2B5EF4-FFF2-40B4-BE49-F238E27FC236}">
                <a16:creationId xmlns:a16="http://schemas.microsoft.com/office/drawing/2014/main" id="{4ED24A69-6581-30DA-E44F-5ADA0E1D28BB}"/>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4495074" y="3142355"/>
            <a:ext cx="562221" cy="238137"/>
          </a:xfrm>
          <a:prstGeom prst="rect">
            <a:avLst/>
          </a:prstGeom>
        </p:spPr>
      </p:pic>
      <p:sp>
        <p:nvSpPr>
          <p:cNvPr id="15" name="Текст 2">
            <a:extLst>
              <a:ext uri="{FF2B5EF4-FFF2-40B4-BE49-F238E27FC236}">
                <a16:creationId xmlns:a16="http://schemas.microsoft.com/office/drawing/2014/main" id="{BB7BE81F-B869-0BE5-CD05-3DBAE3929ADD}"/>
              </a:ext>
            </a:extLst>
          </p:cNvPr>
          <p:cNvSpPr>
            <a:spLocks noGrp="1"/>
          </p:cNvSpPr>
          <p:nvPr>
            <p:ph type="body" idx="38" hasCustomPrompt="1"/>
          </p:nvPr>
        </p:nvSpPr>
        <p:spPr>
          <a:xfrm>
            <a:off x="5012665" y="2953647"/>
            <a:ext cx="2847155" cy="615553"/>
          </a:xfrm>
        </p:spPr>
        <p:txBody>
          <a:bodyPr lIns="72000" tIns="0" rIns="216000" bIns="0" anchor="ctr" anchorCtr="0">
            <a:noAutofit/>
          </a:bodyPr>
          <a:lstStyle>
            <a:lvl1pPr marL="0" indent="0" algn="l">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18" name="Прямоугольник: скругленные углы 17">
            <a:extLst>
              <a:ext uri="{FF2B5EF4-FFF2-40B4-BE49-F238E27FC236}">
                <a16:creationId xmlns:a16="http://schemas.microsoft.com/office/drawing/2014/main" id="{A94DB04A-177E-E5B8-8E5A-4CB11CF28556}"/>
              </a:ext>
            </a:extLst>
          </p:cNvPr>
          <p:cNvSpPr/>
          <p:nvPr userDrawn="1"/>
        </p:nvSpPr>
        <p:spPr>
          <a:xfrm>
            <a:off x="8095324" y="2828471"/>
            <a:ext cx="3529014" cy="865904"/>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0" name="Овал 19">
            <a:extLst>
              <a:ext uri="{FF2B5EF4-FFF2-40B4-BE49-F238E27FC236}">
                <a16:creationId xmlns:a16="http://schemas.microsoft.com/office/drawing/2014/main" id="{AB2EA2CE-8F68-C67D-4DD5-94AEAC6E47EC}"/>
              </a:ext>
            </a:extLst>
          </p:cNvPr>
          <p:cNvSpPr/>
          <p:nvPr userDrawn="1"/>
        </p:nvSpPr>
        <p:spPr>
          <a:xfrm>
            <a:off x="8311324" y="3045423"/>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30" name="Текст 2">
            <a:extLst>
              <a:ext uri="{FF2B5EF4-FFF2-40B4-BE49-F238E27FC236}">
                <a16:creationId xmlns:a16="http://schemas.microsoft.com/office/drawing/2014/main" id="{71F580E8-5298-1D6B-3ED8-AB74C79B8A66}"/>
              </a:ext>
            </a:extLst>
          </p:cNvPr>
          <p:cNvSpPr>
            <a:spLocks noGrp="1"/>
          </p:cNvSpPr>
          <p:nvPr>
            <p:ph type="body" idx="39" hasCustomPrompt="1"/>
          </p:nvPr>
        </p:nvSpPr>
        <p:spPr>
          <a:xfrm>
            <a:off x="8104285" y="3933002"/>
            <a:ext cx="3529014" cy="1166986"/>
          </a:xfrm>
        </p:spPr>
        <p:txBody>
          <a:bodyPr lIns="216000" tIns="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2" name="Текст 2">
            <a:extLst>
              <a:ext uri="{FF2B5EF4-FFF2-40B4-BE49-F238E27FC236}">
                <a16:creationId xmlns:a16="http://schemas.microsoft.com/office/drawing/2014/main" id="{FA820685-BBD2-568B-6EF8-3D9A4C50DB4E}"/>
              </a:ext>
            </a:extLst>
          </p:cNvPr>
          <p:cNvSpPr>
            <a:spLocks noGrp="1"/>
          </p:cNvSpPr>
          <p:nvPr>
            <p:ph type="body" idx="40" hasCustomPrompt="1"/>
          </p:nvPr>
        </p:nvSpPr>
        <p:spPr>
          <a:xfrm>
            <a:off x="8104285" y="5110569"/>
            <a:ext cx="3529014" cy="1160827"/>
          </a:xfrm>
        </p:spPr>
        <p:txBody>
          <a:bodyPr wrap="square" lIns="216000" tIns="108000" rIns="216000" bIns="432000" anchor="ctr"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pic>
        <p:nvPicPr>
          <p:cNvPr id="35" name="Рисунок 34" descr="Стрелка вниз со сплошной заливкой">
            <a:extLst>
              <a:ext uri="{FF2B5EF4-FFF2-40B4-BE49-F238E27FC236}">
                <a16:creationId xmlns:a16="http://schemas.microsoft.com/office/drawing/2014/main" id="{1D07F9A7-0EE4-948C-FC0E-048A4612DC67}"/>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6200000">
            <a:off x="8249049" y="3142355"/>
            <a:ext cx="562221" cy="238137"/>
          </a:xfrm>
          <a:prstGeom prst="rect">
            <a:avLst/>
          </a:prstGeom>
        </p:spPr>
      </p:pic>
      <p:sp>
        <p:nvSpPr>
          <p:cNvPr id="36" name="Текст 2">
            <a:extLst>
              <a:ext uri="{FF2B5EF4-FFF2-40B4-BE49-F238E27FC236}">
                <a16:creationId xmlns:a16="http://schemas.microsoft.com/office/drawing/2014/main" id="{2BEF283F-0FF1-E9FE-4191-2E9D26CAE899}"/>
              </a:ext>
            </a:extLst>
          </p:cNvPr>
          <p:cNvSpPr>
            <a:spLocks noGrp="1"/>
          </p:cNvSpPr>
          <p:nvPr>
            <p:ph type="body" idx="41" hasCustomPrompt="1"/>
          </p:nvPr>
        </p:nvSpPr>
        <p:spPr>
          <a:xfrm>
            <a:off x="8766640" y="2953647"/>
            <a:ext cx="2847155" cy="615553"/>
          </a:xfrm>
        </p:spPr>
        <p:txBody>
          <a:bodyPr lIns="72000" tIns="0" rIns="216000" bIns="0" anchor="ctr" anchorCtr="0">
            <a:noAutofit/>
          </a:bodyPr>
          <a:lstStyle>
            <a:lvl1pPr marL="0" indent="0" algn="l">
              <a:buNone/>
              <a:defRPr sz="19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cxnSp>
        <p:nvCxnSpPr>
          <p:cNvPr id="40" name="Прямая соединительная линия 39">
            <a:extLst>
              <a:ext uri="{FF2B5EF4-FFF2-40B4-BE49-F238E27FC236}">
                <a16:creationId xmlns:a16="http://schemas.microsoft.com/office/drawing/2014/main" id="{7DD111AA-4096-9ED2-AC73-0888FE4D899F}"/>
              </a:ext>
            </a:extLst>
          </p:cNvPr>
          <p:cNvCxnSpPr>
            <a:cxnSpLocks/>
          </p:cNvCxnSpPr>
          <p:nvPr userDrawn="1"/>
        </p:nvCxnSpPr>
        <p:spPr>
          <a:xfrm flipV="1">
            <a:off x="4125800" y="326173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8" name="Прямая соединительная линия 47">
            <a:extLst>
              <a:ext uri="{FF2B5EF4-FFF2-40B4-BE49-F238E27FC236}">
                <a16:creationId xmlns:a16="http://schemas.microsoft.com/office/drawing/2014/main" id="{C7762849-CCA8-639E-40D8-5A6F655E6789}"/>
              </a:ext>
            </a:extLst>
          </p:cNvPr>
          <p:cNvCxnSpPr>
            <a:cxnSpLocks/>
          </p:cNvCxnSpPr>
          <p:nvPr userDrawn="1"/>
        </p:nvCxnSpPr>
        <p:spPr>
          <a:xfrm flipV="1">
            <a:off x="7879326" y="326173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5B3522AA-0CF1-8CDA-E0B5-9508AC5CCF27}"/>
              </a:ext>
            </a:extLst>
          </p:cNvPr>
          <p:cNvCxnSpPr>
            <a:cxnSpLocks/>
          </p:cNvCxnSpPr>
          <p:nvPr userDrawn="1"/>
        </p:nvCxnSpPr>
        <p:spPr>
          <a:xfrm flipV="1">
            <a:off x="11623207" y="326173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13" name="Текст 2">
            <a:extLst>
              <a:ext uri="{FF2B5EF4-FFF2-40B4-BE49-F238E27FC236}">
                <a16:creationId xmlns:a16="http://schemas.microsoft.com/office/drawing/2014/main" id="{483D4E07-2B5D-8779-F5A5-C0D0D63AA84F}"/>
              </a:ext>
            </a:extLst>
          </p:cNvPr>
          <p:cNvSpPr>
            <a:spLocks noGrp="1"/>
          </p:cNvSpPr>
          <p:nvPr>
            <p:ph type="body" idx="42" hasCustomPrompt="1"/>
          </p:nvPr>
        </p:nvSpPr>
        <p:spPr>
          <a:xfrm>
            <a:off x="587374" y="3933002"/>
            <a:ext cx="3529014" cy="1166986"/>
          </a:xfrm>
        </p:spPr>
        <p:txBody>
          <a:bodyPr lIns="216000" tIns="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6" name="Текст 2">
            <a:extLst>
              <a:ext uri="{FF2B5EF4-FFF2-40B4-BE49-F238E27FC236}">
                <a16:creationId xmlns:a16="http://schemas.microsoft.com/office/drawing/2014/main" id="{9809A8A5-796C-BFB1-169A-1EE4E7A5D6CC}"/>
              </a:ext>
            </a:extLst>
          </p:cNvPr>
          <p:cNvSpPr>
            <a:spLocks noGrp="1"/>
          </p:cNvSpPr>
          <p:nvPr>
            <p:ph type="body" idx="43" hasCustomPrompt="1"/>
          </p:nvPr>
        </p:nvSpPr>
        <p:spPr>
          <a:xfrm>
            <a:off x="587374" y="5110569"/>
            <a:ext cx="3529014" cy="1160827"/>
          </a:xfrm>
        </p:spPr>
        <p:txBody>
          <a:bodyPr wrap="square" lIns="216000" tIns="108000" rIns="216000" bIns="432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6" name="Ellipse">
            <a:extLst>
              <a:ext uri="{FF2B5EF4-FFF2-40B4-BE49-F238E27FC236}">
                <a16:creationId xmlns:a16="http://schemas.microsoft.com/office/drawing/2014/main" id="{AA77DF7C-5B3A-1CDE-DFBF-9209049DC10C}"/>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 name="Ellipse">
            <a:extLst>
              <a:ext uri="{FF2B5EF4-FFF2-40B4-BE49-F238E27FC236}">
                <a16:creationId xmlns:a16="http://schemas.microsoft.com/office/drawing/2014/main" id="{B80F0B3E-1FC3-FE61-5DE8-B428EC8F934E}"/>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Ellipse">
            <a:extLst>
              <a:ext uri="{FF2B5EF4-FFF2-40B4-BE49-F238E27FC236}">
                <a16:creationId xmlns:a16="http://schemas.microsoft.com/office/drawing/2014/main" id="{1AF05581-41E6-1551-6B85-B6461246C413}"/>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Заголовок 1">
            <a:extLst>
              <a:ext uri="{FF2B5EF4-FFF2-40B4-BE49-F238E27FC236}">
                <a16:creationId xmlns:a16="http://schemas.microsoft.com/office/drawing/2014/main" id="{C21C92EB-D5DC-845F-1B25-743DDA3418BC}"/>
              </a:ext>
            </a:extLst>
          </p:cNvPr>
          <p:cNvSpPr>
            <a:spLocks noGrp="1"/>
          </p:cNvSpPr>
          <p:nvPr>
            <p:ph type="title" hasCustomPrompt="1"/>
          </p:nvPr>
        </p:nvSpPr>
        <p:spPr>
          <a:xfrm>
            <a:off x="597207" y="1309407"/>
            <a:ext cx="11007417" cy="1329595"/>
          </a:xfrm>
          <a:prstGeom prst="rect">
            <a:avLst/>
          </a:prstGeom>
        </p:spPr>
        <p:txBody>
          <a:bodyPr vert="horz" wrap="square" lIns="0" tIns="0" rIns="0" bIns="0" rtlCol="0" anchor="t" anchorCtr="0">
            <a:noAutofit/>
          </a:bodyPr>
          <a:lstStyle>
            <a:lvl1pPr>
              <a:defRPr sz="4800">
                <a:solidFill>
                  <a:schemeClr val="bg1"/>
                </a:solidFill>
              </a:defRPr>
            </a:lvl1pPr>
          </a:lstStyle>
          <a:p>
            <a:pPr lvl="0"/>
            <a:r>
              <a:rPr lang="en-US" dirty="0"/>
              <a:t>Click to edit Master text styles</a:t>
            </a:r>
            <a:endParaRPr lang="ru-RU" dirty="0"/>
          </a:p>
        </p:txBody>
      </p:sp>
      <p:sp>
        <p:nvSpPr>
          <p:cNvPr id="9" name="Footer Placeholder">
            <a:extLst>
              <a:ext uri="{FF2B5EF4-FFF2-40B4-BE49-F238E27FC236}">
                <a16:creationId xmlns:a16="http://schemas.microsoft.com/office/drawing/2014/main" id="{5F77C85D-683B-12ED-D09E-2A02BD144637}"/>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4162313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meline I60V6">
    <p:bg>
      <p:bgPr>
        <a:solidFill>
          <a:schemeClr val="tx1"/>
        </a:solidFill>
        <a:effectLst/>
      </p:bgPr>
    </p:bg>
    <p:spTree>
      <p:nvGrpSpPr>
        <p:cNvPr id="1" name=""/>
        <p:cNvGrpSpPr/>
        <p:nvPr/>
      </p:nvGrpSpPr>
      <p:grpSpPr>
        <a:xfrm>
          <a:off x="0" y="0"/>
          <a:ext cx="0" cy="0"/>
          <a:chOff x="0" y="0"/>
          <a:chExt cx="0" cy="0"/>
        </a:xfrm>
      </p:grpSpPr>
      <p:sp>
        <p:nvSpPr>
          <p:cNvPr id="19" name="Прямоугольник: скругленные углы 18">
            <a:extLst>
              <a:ext uri="{FF2B5EF4-FFF2-40B4-BE49-F238E27FC236}">
                <a16:creationId xmlns:a16="http://schemas.microsoft.com/office/drawing/2014/main" id="{EA451C37-D958-750B-4B3C-2B11B4FAF034}"/>
              </a:ext>
            </a:extLst>
          </p:cNvPr>
          <p:cNvSpPr/>
          <p:nvPr userDrawn="1"/>
        </p:nvSpPr>
        <p:spPr>
          <a:xfrm>
            <a:off x="587374" y="3671164"/>
            <a:ext cx="2592389" cy="2602636"/>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1" name="Прямоугольник: скругленные углы 20">
            <a:extLst>
              <a:ext uri="{FF2B5EF4-FFF2-40B4-BE49-F238E27FC236}">
                <a16:creationId xmlns:a16="http://schemas.microsoft.com/office/drawing/2014/main" id="{6706ACC6-04C7-13B8-08BB-E31977982961}"/>
              </a:ext>
            </a:extLst>
          </p:cNvPr>
          <p:cNvSpPr/>
          <p:nvPr userDrawn="1"/>
        </p:nvSpPr>
        <p:spPr>
          <a:xfrm>
            <a:off x="3403449" y="3671164"/>
            <a:ext cx="2592000" cy="2602636"/>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5" name="Прямоугольник: скругленные углы 24">
            <a:extLst>
              <a:ext uri="{FF2B5EF4-FFF2-40B4-BE49-F238E27FC236}">
                <a16:creationId xmlns:a16="http://schemas.microsoft.com/office/drawing/2014/main" id="{DEA0A164-56C3-3A3B-E54C-2629184282B0}"/>
              </a:ext>
            </a:extLst>
          </p:cNvPr>
          <p:cNvSpPr/>
          <p:nvPr userDrawn="1"/>
        </p:nvSpPr>
        <p:spPr>
          <a:xfrm>
            <a:off x="6204338" y="3671164"/>
            <a:ext cx="2592000" cy="2602636"/>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6" name="Прямоугольник: скругленные углы 25">
            <a:extLst>
              <a:ext uri="{FF2B5EF4-FFF2-40B4-BE49-F238E27FC236}">
                <a16:creationId xmlns:a16="http://schemas.microsoft.com/office/drawing/2014/main" id="{F7BD5C46-56C1-95F6-04C5-207F20B9199A}"/>
              </a:ext>
            </a:extLst>
          </p:cNvPr>
          <p:cNvSpPr/>
          <p:nvPr userDrawn="1"/>
        </p:nvSpPr>
        <p:spPr>
          <a:xfrm>
            <a:off x="9012626" y="3671164"/>
            <a:ext cx="2592000" cy="2602636"/>
          </a:xfrm>
          <a:prstGeom prst="roundRect">
            <a:avLst>
              <a:gd name="adj" fmla="val 1517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587374" y="2582891"/>
            <a:ext cx="2592000" cy="865904"/>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7" name="Овал 6">
            <a:extLst>
              <a:ext uri="{FF2B5EF4-FFF2-40B4-BE49-F238E27FC236}">
                <a16:creationId xmlns:a16="http://schemas.microsoft.com/office/drawing/2014/main" id="{FE4E2D84-7B51-3838-AFB2-D38F229F4EDA}"/>
              </a:ext>
            </a:extLst>
          </p:cNvPr>
          <p:cNvSpPr/>
          <p:nvPr userDrawn="1"/>
        </p:nvSpPr>
        <p:spPr>
          <a:xfrm>
            <a:off x="803374" y="279984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741099" y="2896774"/>
            <a:ext cx="562221" cy="238137"/>
          </a:xfrm>
          <a:prstGeom prst="rect">
            <a:avLst/>
          </a:prstGeom>
        </p:spPr>
      </p:pic>
      <p:sp>
        <p:nvSpPr>
          <p:cNvPr id="5" name="Milestone Placeholder">
            <a:extLst>
              <a:ext uri="{FF2B5EF4-FFF2-40B4-BE49-F238E27FC236}">
                <a16:creationId xmlns:a16="http://schemas.microsoft.com/office/drawing/2014/main" id="{712831E2-BC7A-C346-AE12-39D98FBDEC60}"/>
              </a:ext>
            </a:extLst>
          </p:cNvPr>
          <p:cNvSpPr>
            <a:spLocks noGrp="1"/>
          </p:cNvSpPr>
          <p:nvPr>
            <p:ph type="body" idx="35" hasCustomPrompt="1"/>
          </p:nvPr>
        </p:nvSpPr>
        <p:spPr>
          <a:xfrm>
            <a:off x="1258691" y="2708067"/>
            <a:ext cx="1920684" cy="615553"/>
          </a:xfrm>
        </p:spPr>
        <p:txBody>
          <a:bodyPr lIns="72000" tIns="0" rIns="216000" bIns="0" anchor="ctr" anchorCtr="0">
            <a:noAutofit/>
          </a:bodyPr>
          <a:lstStyle>
            <a:lvl1pPr marL="0" indent="0" algn="l">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8" name="Прямоугольник: скругленные углы 7">
            <a:extLst>
              <a:ext uri="{FF2B5EF4-FFF2-40B4-BE49-F238E27FC236}">
                <a16:creationId xmlns:a16="http://schemas.microsoft.com/office/drawing/2014/main" id="{3D9D90EE-F6D0-66F3-D441-CE4345A05C45}"/>
              </a:ext>
            </a:extLst>
          </p:cNvPr>
          <p:cNvSpPr/>
          <p:nvPr userDrawn="1"/>
        </p:nvSpPr>
        <p:spPr>
          <a:xfrm>
            <a:off x="3403449" y="2582891"/>
            <a:ext cx="2592000" cy="865904"/>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0" name="Овал 9">
            <a:extLst>
              <a:ext uri="{FF2B5EF4-FFF2-40B4-BE49-F238E27FC236}">
                <a16:creationId xmlns:a16="http://schemas.microsoft.com/office/drawing/2014/main" id="{282BD834-C74E-5456-01FE-1E79096F6BAB}"/>
              </a:ext>
            </a:extLst>
          </p:cNvPr>
          <p:cNvSpPr/>
          <p:nvPr userDrawn="1"/>
        </p:nvSpPr>
        <p:spPr>
          <a:xfrm>
            <a:off x="3619449" y="279984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 Placeholder">
            <a:extLst>
              <a:ext uri="{FF2B5EF4-FFF2-40B4-BE49-F238E27FC236}">
                <a16:creationId xmlns:a16="http://schemas.microsoft.com/office/drawing/2014/main" id="{D1CC387C-962F-E9DD-B6AD-2EE5D59E625A}"/>
              </a:ext>
            </a:extLst>
          </p:cNvPr>
          <p:cNvSpPr>
            <a:spLocks noGrp="1"/>
          </p:cNvSpPr>
          <p:nvPr>
            <p:ph type="body" idx="36" hasCustomPrompt="1"/>
          </p:nvPr>
        </p:nvSpPr>
        <p:spPr>
          <a:xfrm>
            <a:off x="3390970" y="3839439"/>
            <a:ext cx="2592000" cy="12564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2" name="Subtitle Placeholder">
            <a:extLst>
              <a:ext uri="{FF2B5EF4-FFF2-40B4-BE49-F238E27FC236}">
                <a16:creationId xmlns:a16="http://schemas.microsoft.com/office/drawing/2014/main" id="{E1482F17-790E-E75B-F8F6-55C1B63E919A}"/>
              </a:ext>
            </a:extLst>
          </p:cNvPr>
          <p:cNvSpPr>
            <a:spLocks noGrp="1"/>
          </p:cNvSpPr>
          <p:nvPr>
            <p:ph type="body" idx="37" hasCustomPrompt="1"/>
          </p:nvPr>
        </p:nvSpPr>
        <p:spPr>
          <a:xfrm>
            <a:off x="3390970" y="5118878"/>
            <a:ext cx="2592000" cy="1160827"/>
          </a:xfrm>
        </p:spPr>
        <p:txBody>
          <a:bodyPr wrap="square" lIns="216000" tIns="108000" rIns="216000" bIns="432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pic>
        <p:nvPicPr>
          <p:cNvPr id="14" name="Рисунок 13" descr="Стрелка вниз со сплошной заливкой">
            <a:extLst>
              <a:ext uri="{FF2B5EF4-FFF2-40B4-BE49-F238E27FC236}">
                <a16:creationId xmlns:a16="http://schemas.microsoft.com/office/drawing/2014/main" id="{4ED24A69-6581-30DA-E44F-5ADA0E1D28BB}"/>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3557174" y="2896775"/>
            <a:ext cx="562221" cy="238137"/>
          </a:xfrm>
          <a:prstGeom prst="rect">
            <a:avLst/>
          </a:prstGeom>
        </p:spPr>
      </p:pic>
      <p:sp>
        <p:nvSpPr>
          <p:cNvPr id="15" name="Milestone Placeholder">
            <a:extLst>
              <a:ext uri="{FF2B5EF4-FFF2-40B4-BE49-F238E27FC236}">
                <a16:creationId xmlns:a16="http://schemas.microsoft.com/office/drawing/2014/main" id="{BB7BE81F-B869-0BE5-CD05-3DBAE3929ADD}"/>
              </a:ext>
            </a:extLst>
          </p:cNvPr>
          <p:cNvSpPr>
            <a:spLocks noGrp="1"/>
          </p:cNvSpPr>
          <p:nvPr>
            <p:ph type="body" idx="38" hasCustomPrompt="1"/>
          </p:nvPr>
        </p:nvSpPr>
        <p:spPr>
          <a:xfrm>
            <a:off x="4074766" y="2708067"/>
            <a:ext cx="1920684" cy="615553"/>
          </a:xfrm>
        </p:spPr>
        <p:txBody>
          <a:bodyPr lIns="72000" tIns="0" rIns="216000" bIns="0" anchor="ctr" anchorCtr="0">
            <a:noAutofit/>
          </a:bodyPr>
          <a:lstStyle>
            <a:lvl1pPr marL="0" indent="0" algn="l">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18" name="Прямоугольник: скругленные углы 17">
            <a:extLst>
              <a:ext uri="{FF2B5EF4-FFF2-40B4-BE49-F238E27FC236}">
                <a16:creationId xmlns:a16="http://schemas.microsoft.com/office/drawing/2014/main" id="{A94DB04A-177E-E5B8-8E5A-4CB11CF28556}"/>
              </a:ext>
            </a:extLst>
          </p:cNvPr>
          <p:cNvSpPr/>
          <p:nvPr userDrawn="1"/>
        </p:nvSpPr>
        <p:spPr>
          <a:xfrm>
            <a:off x="6204338" y="2582891"/>
            <a:ext cx="2592000" cy="865904"/>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0" name="Овал 19">
            <a:extLst>
              <a:ext uri="{FF2B5EF4-FFF2-40B4-BE49-F238E27FC236}">
                <a16:creationId xmlns:a16="http://schemas.microsoft.com/office/drawing/2014/main" id="{AB2EA2CE-8F68-C67D-4DD5-94AEAC6E47EC}"/>
              </a:ext>
            </a:extLst>
          </p:cNvPr>
          <p:cNvSpPr/>
          <p:nvPr userDrawn="1"/>
        </p:nvSpPr>
        <p:spPr>
          <a:xfrm>
            <a:off x="6407472" y="2799843"/>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Text Placeholder">
            <a:extLst>
              <a:ext uri="{FF2B5EF4-FFF2-40B4-BE49-F238E27FC236}">
                <a16:creationId xmlns:a16="http://schemas.microsoft.com/office/drawing/2014/main" id="{71F580E8-5298-1D6B-3ED8-AB74C79B8A66}"/>
              </a:ext>
            </a:extLst>
          </p:cNvPr>
          <p:cNvSpPr>
            <a:spLocks noGrp="1"/>
          </p:cNvSpPr>
          <p:nvPr>
            <p:ph type="body" idx="39" hasCustomPrompt="1"/>
          </p:nvPr>
        </p:nvSpPr>
        <p:spPr>
          <a:xfrm>
            <a:off x="6204338" y="3839439"/>
            <a:ext cx="2592000" cy="12564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2" name="Subtitle Placeholder">
            <a:extLst>
              <a:ext uri="{FF2B5EF4-FFF2-40B4-BE49-F238E27FC236}">
                <a16:creationId xmlns:a16="http://schemas.microsoft.com/office/drawing/2014/main" id="{FA820685-BBD2-568B-6EF8-3D9A4C50DB4E}"/>
              </a:ext>
            </a:extLst>
          </p:cNvPr>
          <p:cNvSpPr>
            <a:spLocks noGrp="1"/>
          </p:cNvSpPr>
          <p:nvPr>
            <p:ph type="body" idx="40" hasCustomPrompt="1"/>
          </p:nvPr>
        </p:nvSpPr>
        <p:spPr>
          <a:xfrm>
            <a:off x="6204338" y="5118878"/>
            <a:ext cx="2592000" cy="1160827"/>
          </a:xfrm>
        </p:spPr>
        <p:txBody>
          <a:bodyPr wrap="square" lIns="216000" tIns="108000" rIns="216000" bIns="432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pic>
        <p:nvPicPr>
          <p:cNvPr id="35" name="Рисунок 34" descr="Стрелка вниз со сплошной заливкой">
            <a:extLst>
              <a:ext uri="{FF2B5EF4-FFF2-40B4-BE49-F238E27FC236}">
                <a16:creationId xmlns:a16="http://schemas.microsoft.com/office/drawing/2014/main" id="{1D07F9A7-0EE4-948C-FC0E-048A4612DC67}"/>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6345197" y="2896775"/>
            <a:ext cx="562221" cy="238137"/>
          </a:xfrm>
          <a:prstGeom prst="rect">
            <a:avLst/>
          </a:prstGeom>
        </p:spPr>
      </p:pic>
      <p:sp>
        <p:nvSpPr>
          <p:cNvPr id="36" name="Milestone Placeholder">
            <a:extLst>
              <a:ext uri="{FF2B5EF4-FFF2-40B4-BE49-F238E27FC236}">
                <a16:creationId xmlns:a16="http://schemas.microsoft.com/office/drawing/2014/main" id="{2BEF283F-0FF1-E9FE-4191-2E9D26CAE899}"/>
              </a:ext>
            </a:extLst>
          </p:cNvPr>
          <p:cNvSpPr>
            <a:spLocks noGrp="1"/>
          </p:cNvSpPr>
          <p:nvPr>
            <p:ph type="body" idx="41" hasCustomPrompt="1"/>
          </p:nvPr>
        </p:nvSpPr>
        <p:spPr>
          <a:xfrm>
            <a:off x="6862789" y="2708067"/>
            <a:ext cx="1920684" cy="615553"/>
          </a:xfrm>
        </p:spPr>
        <p:txBody>
          <a:bodyPr lIns="72000" tIns="0" rIns="216000" bIns="0" anchor="ctr" anchorCtr="0">
            <a:noAutofit/>
          </a:bodyPr>
          <a:lstStyle>
            <a:lvl1pPr marL="0" indent="0" algn="l">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cxnSp>
        <p:nvCxnSpPr>
          <p:cNvPr id="40" name="Прямая соединительная линия 39">
            <a:extLst>
              <a:ext uri="{FF2B5EF4-FFF2-40B4-BE49-F238E27FC236}">
                <a16:creationId xmlns:a16="http://schemas.microsoft.com/office/drawing/2014/main" id="{7DD111AA-4096-9ED2-AC73-0888FE4D899F}"/>
              </a:ext>
            </a:extLst>
          </p:cNvPr>
          <p:cNvCxnSpPr>
            <a:cxnSpLocks/>
          </p:cNvCxnSpPr>
          <p:nvPr userDrawn="1"/>
        </p:nvCxnSpPr>
        <p:spPr>
          <a:xfrm flipV="1">
            <a:off x="3202691" y="301615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8" name="Прямая соединительная линия 47">
            <a:extLst>
              <a:ext uri="{FF2B5EF4-FFF2-40B4-BE49-F238E27FC236}">
                <a16:creationId xmlns:a16="http://schemas.microsoft.com/office/drawing/2014/main" id="{C7762849-CCA8-639E-40D8-5A6F655E6789}"/>
              </a:ext>
            </a:extLst>
          </p:cNvPr>
          <p:cNvCxnSpPr>
            <a:cxnSpLocks/>
          </p:cNvCxnSpPr>
          <p:nvPr userDrawn="1"/>
        </p:nvCxnSpPr>
        <p:spPr>
          <a:xfrm flipV="1">
            <a:off x="6009941" y="301615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9" name="Прямая соединительная линия 48">
            <a:extLst>
              <a:ext uri="{FF2B5EF4-FFF2-40B4-BE49-F238E27FC236}">
                <a16:creationId xmlns:a16="http://schemas.microsoft.com/office/drawing/2014/main" id="{5B3522AA-0CF1-8CDA-E0B5-9508AC5CCF27}"/>
              </a:ext>
            </a:extLst>
          </p:cNvPr>
          <p:cNvCxnSpPr>
            <a:cxnSpLocks/>
          </p:cNvCxnSpPr>
          <p:nvPr userDrawn="1"/>
        </p:nvCxnSpPr>
        <p:spPr>
          <a:xfrm flipV="1">
            <a:off x="11623207" y="3016153"/>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13" name="Text Placeholder">
            <a:extLst>
              <a:ext uri="{FF2B5EF4-FFF2-40B4-BE49-F238E27FC236}">
                <a16:creationId xmlns:a16="http://schemas.microsoft.com/office/drawing/2014/main" id="{483D4E07-2B5D-8779-F5A5-C0D0D63AA84F}"/>
              </a:ext>
            </a:extLst>
          </p:cNvPr>
          <p:cNvSpPr>
            <a:spLocks noGrp="1"/>
          </p:cNvSpPr>
          <p:nvPr>
            <p:ph type="body" idx="42" hasCustomPrompt="1"/>
          </p:nvPr>
        </p:nvSpPr>
        <p:spPr>
          <a:xfrm>
            <a:off x="587374" y="3839439"/>
            <a:ext cx="2592000" cy="1256855"/>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6" name="Subtitle Placeholder">
            <a:extLst>
              <a:ext uri="{FF2B5EF4-FFF2-40B4-BE49-F238E27FC236}">
                <a16:creationId xmlns:a16="http://schemas.microsoft.com/office/drawing/2014/main" id="{9809A8A5-796C-BFB1-169A-1EE4E7A5D6CC}"/>
              </a:ext>
            </a:extLst>
          </p:cNvPr>
          <p:cNvSpPr>
            <a:spLocks noGrp="1"/>
          </p:cNvSpPr>
          <p:nvPr>
            <p:ph type="body" idx="43" hasCustomPrompt="1"/>
          </p:nvPr>
        </p:nvSpPr>
        <p:spPr>
          <a:xfrm>
            <a:off x="587374" y="5118878"/>
            <a:ext cx="2592000" cy="1160827"/>
          </a:xfrm>
        </p:spPr>
        <p:txBody>
          <a:bodyPr wrap="square" lIns="216000" tIns="108000" rIns="216000" bIns="432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8" name="Text Placeholder">
            <a:extLst>
              <a:ext uri="{FF2B5EF4-FFF2-40B4-BE49-F238E27FC236}">
                <a16:creationId xmlns:a16="http://schemas.microsoft.com/office/drawing/2014/main" id="{7ED11787-EAAE-3B9B-32C6-0E663BDFDA6E}"/>
              </a:ext>
            </a:extLst>
          </p:cNvPr>
          <p:cNvSpPr>
            <a:spLocks noGrp="1"/>
          </p:cNvSpPr>
          <p:nvPr>
            <p:ph type="body" idx="44" hasCustomPrompt="1"/>
          </p:nvPr>
        </p:nvSpPr>
        <p:spPr>
          <a:xfrm>
            <a:off x="9012626" y="3839439"/>
            <a:ext cx="2592000" cy="1256400"/>
          </a:xfrm>
        </p:spPr>
        <p:txBody>
          <a:bodyPr lIns="216000" tIns="21600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9" name="Subtitle Placeholder">
            <a:extLst>
              <a:ext uri="{FF2B5EF4-FFF2-40B4-BE49-F238E27FC236}">
                <a16:creationId xmlns:a16="http://schemas.microsoft.com/office/drawing/2014/main" id="{92CD3072-51D0-544D-F548-5CB43A15A25A}"/>
              </a:ext>
            </a:extLst>
          </p:cNvPr>
          <p:cNvSpPr>
            <a:spLocks noGrp="1"/>
          </p:cNvSpPr>
          <p:nvPr>
            <p:ph type="body" idx="45" hasCustomPrompt="1"/>
          </p:nvPr>
        </p:nvSpPr>
        <p:spPr>
          <a:xfrm>
            <a:off x="9012626" y="5118878"/>
            <a:ext cx="2592000" cy="1160827"/>
          </a:xfrm>
        </p:spPr>
        <p:txBody>
          <a:bodyPr wrap="square" lIns="216000" tIns="108000" rIns="216000" bIns="432000" anchor="t" anchorCtr="0">
            <a:no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3" name="Прямоугольник: скругленные углы 32">
            <a:extLst>
              <a:ext uri="{FF2B5EF4-FFF2-40B4-BE49-F238E27FC236}">
                <a16:creationId xmlns:a16="http://schemas.microsoft.com/office/drawing/2014/main" id="{3E970911-90F4-DAD0-6A6B-5DBF9F77D447}"/>
              </a:ext>
            </a:extLst>
          </p:cNvPr>
          <p:cNvSpPr/>
          <p:nvPr userDrawn="1"/>
        </p:nvSpPr>
        <p:spPr>
          <a:xfrm>
            <a:off x="9012626" y="2581157"/>
            <a:ext cx="2592000" cy="865904"/>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4" name="Овал 33">
            <a:extLst>
              <a:ext uri="{FF2B5EF4-FFF2-40B4-BE49-F238E27FC236}">
                <a16:creationId xmlns:a16="http://schemas.microsoft.com/office/drawing/2014/main" id="{D468C74F-25B8-AA67-BF15-591D4151F8BE}"/>
              </a:ext>
            </a:extLst>
          </p:cNvPr>
          <p:cNvSpPr/>
          <p:nvPr userDrawn="1"/>
        </p:nvSpPr>
        <p:spPr>
          <a:xfrm>
            <a:off x="9225161" y="2798109"/>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pic>
        <p:nvPicPr>
          <p:cNvPr id="37" name="Рисунок 36" descr="Стрелка вниз со сплошной заливкой">
            <a:extLst>
              <a:ext uri="{FF2B5EF4-FFF2-40B4-BE49-F238E27FC236}">
                <a16:creationId xmlns:a16="http://schemas.microsoft.com/office/drawing/2014/main" id="{ACB3F1F5-94EC-10DA-0170-AEA7BF0DD3DF}"/>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6200000">
            <a:off x="9141866" y="2895041"/>
            <a:ext cx="562221" cy="238137"/>
          </a:xfrm>
          <a:prstGeom prst="rect">
            <a:avLst/>
          </a:prstGeom>
        </p:spPr>
      </p:pic>
      <p:sp>
        <p:nvSpPr>
          <p:cNvPr id="38" name="Milestone Placeholder">
            <a:extLst>
              <a:ext uri="{FF2B5EF4-FFF2-40B4-BE49-F238E27FC236}">
                <a16:creationId xmlns:a16="http://schemas.microsoft.com/office/drawing/2014/main" id="{6D2247FB-21D5-65B0-4709-7692092CC73D}"/>
              </a:ext>
            </a:extLst>
          </p:cNvPr>
          <p:cNvSpPr>
            <a:spLocks noGrp="1"/>
          </p:cNvSpPr>
          <p:nvPr>
            <p:ph type="body" idx="46" hasCustomPrompt="1"/>
          </p:nvPr>
        </p:nvSpPr>
        <p:spPr>
          <a:xfrm>
            <a:off x="9680478" y="2706333"/>
            <a:ext cx="1920684" cy="615553"/>
          </a:xfrm>
        </p:spPr>
        <p:txBody>
          <a:bodyPr lIns="72000" tIns="0" rIns="216000" bIns="0" anchor="ctr" anchorCtr="0">
            <a:noAutofit/>
          </a:bodyPr>
          <a:lstStyle>
            <a:lvl1pPr marL="0" indent="0" algn="l">
              <a:buNone/>
              <a:defRPr sz="19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cxnSp>
        <p:nvCxnSpPr>
          <p:cNvPr id="39" name="Прямая соединительная линия 38">
            <a:extLst>
              <a:ext uri="{FF2B5EF4-FFF2-40B4-BE49-F238E27FC236}">
                <a16:creationId xmlns:a16="http://schemas.microsoft.com/office/drawing/2014/main" id="{E309BFA7-39B3-BFF5-157B-9D917125E031}"/>
              </a:ext>
            </a:extLst>
          </p:cNvPr>
          <p:cNvCxnSpPr>
            <a:cxnSpLocks/>
          </p:cNvCxnSpPr>
          <p:nvPr userDrawn="1"/>
        </p:nvCxnSpPr>
        <p:spPr>
          <a:xfrm flipV="1">
            <a:off x="8805751" y="3014109"/>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2" name="Ellipse">
            <a:extLst>
              <a:ext uri="{FF2B5EF4-FFF2-40B4-BE49-F238E27FC236}">
                <a16:creationId xmlns:a16="http://schemas.microsoft.com/office/drawing/2014/main" id="{5B4ECE45-A017-8C6D-E0B7-B8A11025C83F}"/>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Ellipse">
            <a:extLst>
              <a:ext uri="{FF2B5EF4-FFF2-40B4-BE49-F238E27FC236}">
                <a16:creationId xmlns:a16="http://schemas.microsoft.com/office/drawing/2014/main" id="{9A806AAF-6334-61C7-DD88-E85EE57FC0B7}"/>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35E6FB4B-DC5E-6B47-6682-7564880C2A48}"/>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Заголовок 1">
            <a:extLst>
              <a:ext uri="{FF2B5EF4-FFF2-40B4-BE49-F238E27FC236}">
                <a16:creationId xmlns:a16="http://schemas.microsoft.com/office/drawing/2014/main" id="{8EB98358-4EA3-B363-4444-387DED6F9C2A}"/>
              </a:ext>
            </a:extLst>
          </p:cNvPr>
          <p:cNvSpPr>
            <a:spLocks noGrp="1"/>
          </p:cNvSpPr>
          <p:nvPr>
            <p:ph type="title" hasCustomPrompt="1"/>
          </p:nvPr>
        </p:nvSpPr>
        <p:spPr>
          <a:xfrm>
            <a:off x="597207" y="1309407"/>
            <a:ext cx="11007419" cy="664797"/>
          </a:xfrm>
          <a:prstGeom prst="rect">
            <a:avLst/>
          </a:prstGeom>
        </p:spPr>
        <p:txBody>
          <a:bodyPr vert="horz" wrap="square" lIns="0" tIns="0" rIns="0" bIns="0" rtlCol="0" anchor="t" anchorCtr="0">
            <a:noAutofit/>
          </a:bodyPr>
          <a:lstStyle>
            <a:lvl1pPr>
              <a:defRPr sz="4800">
                <a:solidFill>
                  <a:schemeClr val="bg1"/>
                </a:solidFill>
              </a:defRPr>
            </a:lvl1pPr>
          </a:lstStyle>
          <a:p>
            <a:pPr lvl="0"/>
            <a:r>
              <a:rPr lang="en-US" dirty="0"/>
              <a:t>Click to edit Master text styles</a:t>
            </a:r>
            <a:endParaRPr lang="ru-RU" dirty="0"/>
          </a:p>
        </p:txBody>
      </p:sp>
      <p:sp>
        <p:nvSpPr>
          <p:cNvPr id="9" name="Footer Placeholder">
            <a:extLst>
              <a:ext uri="{FF2B5EF4-FFF2-40B4-BE49-F238E27FC236}">
                <a16:creationId xmlns:a16="http://schemas.microsoft.com/office/drawing/2014/main" id="{E128F145-E248-4FFC-CB95-FA619173ED2E}"/>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592317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meline I60V7">
    <p:bg>
      <p:bgPr>
        <a:solidFill>
          <a:schemeClr val="tx1"/>
        </a:solidFill>
        <a:effectLst/>
      </p:bgPr>
    </p:bg>
    <p:spTree>
      <p:nvGrpSpPr>
        <p:cNvPr id="1" name=""/>
        <p:cNvGrpSpPr/>
        <p:nvPr/>
      </p:nvGrpSpPr>
      <p:grpSpPr>
        <a:xfrm>
          <a:off x="0" y="0"/>
          <a:ext cx="0" cy="0"/>
          <a:chOff x="0" y="0"/>
          <a:chExt cx="0" cy="0"/>
        </a:xfrm>
      </p:grpSpPr>
      <p:sp>
        <p:nvSpPr>
          <p:cNvPr id="2" name="Ellipse">
            <a:extLst>
              <a:ext uri="{FF2B5EF4-FFF2-40B4-BE49-F238E27FC236}">
                <a16:creationId xmlns:a16="http://schemas.microsoft.com/office/drawing/2014/main" id="{AE85A5F7-028F-93C3-6D55-5544C7088A7E}"/>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10873EBE-2CFD-357E-08F1-BF409568B08A}"/>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Ellipse">
            <a:extLst>
              <a:ext uri="{FF2B5EF4-FFF2-40B4-BE49-F238E27FC236}">
                <a16:creationId xmlns:a16="http://schemas.microsoft.com/office/drawing/2014/main" id="{E68797C1-30E3-D941-C424-A205453E9231}"/>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Заголовок 1">
            <a:extLst>
              <a:ext uri="{FF2B5EF4-FFF2-40B4-BE49-F238E27FC236}">
                <a16:creationId xmlns:a16="http://schemas.microsoft.com/office/drawing/2014/main" id="{E6F50F26-D7D1-DA7A-F472-BA66BCDB6AA0}"/>
              </a:ext>
            </a:extLst>
          </p:cNvPr>
          <p:cNvSpPr>
            <a:spLocks noGrp="1"/>
          </p:cNvSpPr>
          <p:nvPr>
            <p:ph type="title" hasCustomPrompt="1"/>
          </p:nvPr>
        </p:nvSpPr>
        <p:spPr>
          <a:xfrm>
            <a:off x="597207" y="1309407"/>
            <a:ext cx="11007419" cy="664797"/>
          </a:xfrm>
          <a:prstGeom prst="rect">
            <a:avLst/>
          </a:prstGeom>
        </p:spPr>
        <p:txBody>
          <a:bodyPr vert="horz" wrap="square" lIns="0" tIns="0" rIns="0" bIns="0" rtlCol="0" anchor="t" anchorCtr="0">
            <a:noAutofit/>
          </a:bodyPr>
          <a:lstStyle>
            <a:lvl1pPr>
              <a:defRPr sz="4800">
                <a:solidFill>
                  <a:schemeClr val="bg1"/>
                </a:solidFill>
              </a:defRPr>
            </a:lvl1pPr>
          </a:lstStyle>
          <a:p>
            <a:pPr lvl="0"/>
            <a:r>
              <a:rPr lang="en-US" dirty="0"/>
              <a:t>Click to edit Master text styles</a:t>
            </a:r>
            <a:endParaRPr lang="ru-RU" dirty="0"/>
          </a:p>
        </p:txBody>
      </p:sp>
      <p:sp>
        <p:nvSpPr>
          <p:cNvPr id="9" name="Прямоугольник: скругленные углы 8">
            <a:extLst>
              <a:ext uri="{FF2B5EF4-FFF2-40B4-BE49-F238E27FC236}">
                <a16:creationId xmlns:a16="http://schemas.microsoft.com/office/drawing/2014/main" id="{C18ECC8F-5B9A-613E-FB81-453725544AC0}"/>
              </a:ext>
            </a:extLst>
          </p:cNvPr>
          <p:cNvSpPr/>
          <p:nvPr userDrawn="1"/>
        </p:nvSpPr>
        <p:spPr>
          <a:xfrm>
            <a:off x="587374" y="3213884"/>
            <a:ext cx="2016000" cy="3059916"/>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5" name="Прямоугольник: скругленные углы 14">
            <a:extLst>
              <a:ext uri="{FF2B5EF4-FFF2-40B4-BE49-F238E27FC236}">
                <a16:creationId xmlns:a16="http://schemas.microsoft.com/office/drawing/2014/main" id="{9A35D81C-D43C-D288-2A4A-F2A3C5BAE49C}"/>
              </a:ext>
            </a:extLst>
          </p:cNvPr>
          <p:cNvSpPr/>
          <p:nvPr userDrawn="1"/>
        </p:nvSpPr>
        <p:spPr>
          <a:xfrm>
            <a:off x="2839782" y="3213868"/>
            <a:ext cx="2016000" cy="3059647"/>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0" name="Прямоугольник: скругленные углы 19">
            <a:extLst>
              <a:ext uri="{FF2B5EF4-FFF2-40B4-BE49-F238E27FC236}">
                <a16:creationId xmlns:a16="http://schemas.microsoft.com/office/drawing/2014/main" id="{9ADFDD86-F909-9F6A-9945-029297AC7FFE}"/>
              </a:ext>
            </a:extLst>
          </p:cNvPr>
          <p:cNvSpPr/>
          <p:nvPr userDrawn="1"/>
        </p:nvSpPr>
        <p:spPr>
          <a:xfrm>
            <a:off x="5092190" y="3213868"/>
            <a:ext cx="2016000" cy="3059647"/>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2" name="Прямоугольник: скругленные углы 21">
            <a:extLst>
              <a:ext uri="{FF2B5EF4-FFF2-40B4-BE49-F238E27FC236}">
                <a16:creationId xmlns:a16="http://schemas.microsoft.com/office/drawing/2014/main" id="{7019AD19-3942-3F72-475D-6BC8E72D4ECA}"/>
              </a:ext>
            </a:extLst>
          </p:cNvPr>
          <p:cNvSpPr/>
          <p:nvPr userDrawn="1"/>
        </p:nvSpPr>
        <p:spPr>
          <a:xfrm>
            <a:off x="7344598" y="3213868"/>
            <a:ext cx="2016000" cy="3059647"/>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3" name="Прямоугольник: скругленные углы 22">
            <a:extLst>
              <a:ext uri="{FF2B5EF4-FFF2-40B4-BE49-F238E27FC236}">
                <a16:creationId xmlns:a16="http://schemas.microsoft.com/office/drawing/2014/main" id="{BAA048EB-CE1D-5811-500E-1FAFB26C0976}"/>
              </a:ext>
            </a:extLst>
          </p:cNvPr>
          <p:cNvSpPr/>
          <p:nvPr userDrawn="1"/>
        </p:nvSpPr>
        <p:spPr>
          <a:xfrm>
            <a:off x="587374" y="2275827"/>
            <a:ext cx="2016000" cy="72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accent2"/>
              </a:solidFill>
            </a:endParaRPr>
          </a:p>
        </p:txBody>
      </p:sp>
      <p:sp>
        <p:nvSpPr>
          <p:cNvPr id="24" name="Milestone Placeholder">
            <a:extLst>
              <a:ext uri="{FF2B5EF4-FFF2-40B4-BE49-F238E27FC236}">
                <a16:creationId xmlns:a16="http://schemas.microsoft.com/office/drawing/2014/main" id="{047DD450-E285-328A-CDC4-E1B582724709}"/>
              </a:ext>
            </a:extLst>
          </p:cNvPr>
          <p:cNvSpPr>
            <a:spLocks noGrp="1"/>
          </p:cNvSpPr>
          <p:nvPr>
            <p:ph type="body" idx="35" hasCustomPrompt="1"/>
          </p:nvPr>
        </p:nvSpPr>
        <p:spPr>
          <a:xfrm>
            <a:off x="635032" y="2328050"/>
            <a:ext cx="1920684" cy="615553"/>
          </a:xfrm>
        </p:spPr>
        <p:txBody>
          <a:bodyPr lIns="216000" tIns="0" rIns="216000" bIns="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27" name="Прямоугольник: скругленные углы 26">
            <a:extLst>
              <a:ext uri="{FF2B5EF4-FFF2-40B4-BE49-F238E27FC236}">
                <a16:creationId xmlns:a16="http://schemas.microsoft.com/office/drawing/2014/main" id="{88C5D456-CAF4-BFD5-8952-D75FA2996283}"/>
              </a:ext>
            </a:extLst>
          </p:cNvPr>
          <p:cNvSpPr/>
          <p:nvPr userDrawn="1"/>
        </p:nvSpPr>
        <p:spPr>
          <a:xfrm>
            <a:off x="2839782" y="2275827"/>
            <a:ext cx="2016000" cy="72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1" name="Text Placeholder">
            <a:extLst>
              <a:ext uri="{FF2B5EF4-FFF2-40B4-BE49-F238E27FC236}">
                <a16:creationId xmlns:a16="http://schemas.microsoft.com/office/drawing/2014/main" id="{25298523-0B58-D56C-ED17-A30DE34E654D}"/>
              </a:ext>
            </a:extLst>
          </p:cNvPr>
          <p:cNvSpPr>
            <a:spLocks noGrp="1"/>
          </p:cNvSpPr>
          <p:nvPr>
            <p:ph type="body" idx="36" hasCustomPrompt="1"/>
          </p:nvPr>
        </p:nvSpPr>
        <p:spPr>
          <a:xfrm>
            <a:off x="2839782" y="3266093"/>
            <a:ext cx="2016000" cy="16740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4" name="Subtitle Placeholder">
            <a:extLst>
              <a:ext uri="{FF2B5EF4-FFF2-40B4-BE49-F238E27FC236}">
                <a16:creationId xmlns:a16="http://schemas.microsoft.com/office/drawing/2014/main" id="{85390B44-1578-1401-FB81-92EA5B49C485}"/>
              </a:ext>
            </a:extLst>
          </p:cNvPr>
          <p:cNvSpPr>
            <a:spLocks noGrp="1"/>
          </p:cNvSpPr>
          <p:nvPr>
            <p:ph type="body" idx="37" hasCustomPrompt="1"/>
          </p:nvPr>
        </p:nvSpPr>
        <p:spPr>
          <a:xfrm>
            <a:off x="2839782" y="4950603"/>
            <a:ext cx="2016000" cy="1324800"/>
          </a:xfrm>
        </p:spPr>
        <p:txBody>
          <a:bodyPr wrap="square" lIns="216000" tIns="108000" rIns="216000" bIns="288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5" name="Прямоугольник: скругленные углы 34">
            <a:extLst>
              <a:ext uri="{FF2B5EF4-FFF2-40B4-BE49-F238E27FC236}">
                <a16:creationId xmlns:a16="http://schemas.microsoft.com/office/drawing/2014/main" id="{331A100F-9DE7-665E-E97B-6C71B0DADD8A}"/>
              </a:ext>
            </a:extLst>
          </p:cNvPr>
          <p:cNvSpPr/>
          <p:nvPr userDrawn="1"/>
        </p:nvSpPr>
        <p:spPr>
          <a:xfrm>
            <a:off x="5092190" y="2275827"/>
            <a:ext cx="2016000" cy="72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36" name="Text Placeholder">
            <a:extLst>
              <a:ext uri="{FF2B5EF4-FFF2-40B4-BE49-F238E27FC236}">
                <a16:creationId xmlns:a16="http://schemas.microsoft.com/office/drawing/2014/main" id="{66D821D2-DDF3-A109-68BB-A245F1118DDB}"/>
              </a:ext>
            </a:extLst>
          </p:cNvPr>
          <p:cNvSpPr>
            <a:spLocks noGrp="1"/>
          </p:cNvSpPr>
          <p:nvPr>
            <p:ph type="body" idx="39" hasCustomPrompt="1"/>
          </p:nvPr>
        </p:nvSpPr>
        <p:spPr>
          <a:xfrm>
            <a:off x="5092190" y="3266093"/>
            <a:ext cx="2016000" cy="16740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7" name="Subtitle Placeholder">
            <a:extLst>
              <a:ext uri="{FF2B5EF4-FFF2-40B4-BE49-F238E27FC236}">
                <a16:creationId xmlns:a16="http://schemas.microsoft.com/office/drawing/2014/main" id="{68A2F60F-4834-8BFD-D168-6C050B3CCE80}"/>
              </a:ext>
            </a:extLst>
          </p:cNvPr>
          <p:cNvSpPr>
            <a:spLocks noGrp="1"/>
          </p:cNvSpPr>
          <p:nvPr>
            <p:ph type="body" idx="40" hasCustomPrompt="1"/>
          </p:nvPr>
        </p:nvSpPr>
        <p:spPr>
          <a:xfrm>
            <a:off x="5092190" y="4950603"/>
            <a:ext cx="2016000" cy="1324800"/>
          </a:xfrm>
        </p:spPr>
        <p:txBody>
          <a:bodyPr wrap="square" lIns="216000" tIns="108000" rIns="216000" bIns="288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cxnSp>
        <p:nvCxnSpPr>
          <p:cNvPr id="38" name="Прямая соединительная линия 37">
            <a:extLst>
              <a:ext uri="{FF2B5EF4-FFF2-40B4-BE49-F238E27FC236}">
                <a16:creationId xmlns:a16="http://schemas.microsoft.com/office/drawing/2014/main" id="{388155CE-94D5-CC1A-D9D5-3604DB7AB52C}"/>
              </a:ext>
            </a:extLst>
          </p:cNvPr>
          <p:cNvCxnSpPr>
            <a:cxnSpLocks/>
          </p:cNvCxnSpPr>
          <p:nvPr userDrawn="1"/>
        </p:nvCxnSpPr>
        <p:spPr>
          <a:xfrm flipV="1">
            <a:off x="2613578" y="2635827"/>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54727071-2789-3FA6-BC59-EFACD4ECE169}"/>
              </a:ext>
            </a:extLst>
          </p:cNvPr>
          <p:cNvCxnSpPr>
            <a:cxnSpLocks/>
          </p:cNvCxnSpPr>
          <p:nvPr userDrawn="1"/>
        </p:nvCxnSpPr>
        <p:spPr>
          <a:xfrm flipV="1">
            <a:off x="4865986" y="2635827"/>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D677E2F5-F7FA-9849-2C97-80F7B042A9C6}"/>
              </a:ext>
            </a:extLst>
          </p:cNvPr>
          <p:cNvCxnSpPr>
            <a:cxnSpLocks/>
          </p:cNvCxnSpPr>
          <p:nvPr userDrawn="1"/>
        </p:nvCxnSpPr>
        <p:spPr>
          <a:xfrm flipV="1">
            <a:off x="11623207" y="2635827"/>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52" name="Text Placeholder">
            <a:extLst>
              <a:ext uri="{FF2B5EF4-FFF2-40B4-BE49-F238E27FC236}">
                <a16:creationId xmlns:a16="http://schemas.microsoft.com/office/drawing/2014/main" id="{BE8DE4E5-51AE-90F3-EC99-A6E539EECEEA}"/>
              </a:ext>
            </a:extLst>
          </p:cNvPr>
          <p:cNvSpPr>
            <a:spLocks noGrp="1"/>
          </p:cNvSpPr>
          <p:nvPr>
            <p:ph type="body" idx="42" hasCustomPrompt="1"/>
          </p:nvPr>
        </p:nvSpPr>
        <p:spPr>
          <a:xfrm>
            <a:off x="587374" y="3266093"/>
            <a:ext cx="2016000" cy="16740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3" name="Subtitle Placeholder">
            <a:extLst>
              <a:ext uri="{FF2B5EF4-FFF2-40B4-BE49-F238E27FC236}">
                <a16:creationId xmlns:a16="http://schemas.microsoft.com/office/drawing/2014/main" id="{B6F59084-8963-FE15-E54E-C00F8FB091BD}"/>
              </a:ext>
            </a:extLst>
          </p:cNvPr>
          <p:cNvSpPr>
            <a:spLocks noGrp="1"/>
          </p:cNvSpPr>
          <p:nvPr>
            <p:ph type="body" idx="43" hasCustomPrompt="1"/>
          </p:nvPr>
        </p:nvSpPr>
        <p:spPr>
          <a:xfrm>
            <a:off x="587374" y="4950603"/>
            <a:ext cx="2016000" cy="1324800"/>
          </a:xfrm>
        </p:spPr>
        <p:txBody>
          <a:bodyPr wrap="square" lIns="216000" tIns="108000" rIns="216000" bIns="288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4" name="Text Placeholder">
            <a:extLst>
              <a:ext uri="{FF2B5EF4-FFF2-40B4-BE49-F238E27FC236}">
                <a16:creationId xmlns:a16="http://schemas.microsoft.com/office/drawing/2014/main" id="{98C82415-AD65-D650-04B8-7BE1BCF9845C}"/>
              </a:ext>
            </a:extLst>
          </p:cNvPr>
          <p:cNvSpPr>
            <a:spLocks noGrp="1"/>
          </p:cNvSpPr>
          <p:nvPr>
            <p:ph type="body" idx="44" hasCustomPrompt="1"/>
          </p:nvPr>
        </p:nvSpPr>
        <p:spPr>
          <a:xfrm>
            <a:off x="7344598" y="3266093"/>
            <a:ext cx="2016000" cy="1674000"/>
          </a:xfrm>
        </p:spPr>
        <p:txBody>
          <a:bodyPr lIns="216000" tIns="216000" rIns="216000" bIns="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5" name="Subtitle Placeholder">
            <a:extLst>
              <a:ext uri="{FF2B5EF4-FFF2-40B4-BE49-F238E27FC236}">
                <a16:creationId xmlns:a16="http://schemas.microsoft.com/office/drawing/2014/main" id="{CB9E83AF-9834-4B55-9D22-7BBF5669732D}"/>
              </a:ext>
            </a:extLst>
          </p:cNvPr>
          <p:cNvSpPr>
            <a:spLocks noGrp="1"/>
          </p:cNvSpPr>
          <p:nvPr>
            <p:ph type="body" idx="45" hasCustomPrompt="1"/>
          </p:nvPr>
        </p:nvSpPr>
        <p:spPr>
          <a:xfrm>
            <a:off x="7344598" y="4950603"/>
            <a:ext cx="2016000" cy="1323197"/>
          </a:xfrm>
        </p:spPr>
        <p:txBody>
          <a:bodyPr wrap="square" lIns="216000" tIns="108000" rIns="216000" bIns="288000" anchor="t"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6" name="Прямоугольник: скругленные углы 55">
            <a:extLst>
              <a:ext uri="{FF2B5EF4-FFF2-40B4-BE49-F238E27FC236}">
                <a16:creationId xmlns:a16="http://schemas.microsoft.com/office/drawing/2014/main" id="{065CE1F3-7EBC-C22F-8633-8406DF2DA7D1}"/>
              </a:ext>
            </a:extLst>
          </p:cNvPr>
          <p:cNvSpPr/>
          <p:nvPr userDrawn="1"/>
        </p:nvSpPr>
        <p:spPr>
          <a:xfrm>
            <a:off x="7344598" y="2275827"/>
            <a:ext cx="2016000" cy="72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cxnSp>
        <p:nvCxnSpPr>
          <p:cNvPr id="57" name="Прямая соединительная линия 56">
            <a:extLst>
              <a:ext uri="{FF2B5EF4-FFF2-40B4-BE49-F238E27FC236}">
                <a16:creationId xmlns:a16="http://schemas.microsoft.com/office/drawing/2014/main" id="{D9C08971-400B-3414-5B62-A71FC37116C6}"/>
              </a:ext>
            </a:extLst>
          </p:cNvPr>
          <p:cNvCxnSpPr>
            <a:cxnSpLocks/>
          </p:cNvCxnSpPr>
          <p:nvPr userDrawn="1"/>
        </p:nvCxnSpPr>
        <p:spPr>
          <a:xfrm flipV="1">
            <a:off x="7118394" y="2635827"/>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58" name="Прямоугольник: скругленные углы 57">
            <a:extLst>
              <a:ext uri="{FF2B5EF4-FFF2-40B4-BE49-F238E27FC236}">
                <a16:creationId xmlns:a16="http://schemas.microsoft.com/office/drawing/2014/main" id="{45D32B9F-D0B6-72D0-5BC7-3D18F66A28DA}"/>
              </a:ext>
            </a:extLst>
          </p:cNvPr>
          <p:cNvSpPr/>
          <p:nvPr userDrawn="1"/>
        </p:nvSpPr>
        <p:spPr>
          <a:xfrm>
            <a:off x="9597006" y="2275827"/>
            <a:ext cx="2016000" cy="720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cxnSp>
        <p:nvCxnSpPr>
          <p:cNvPr id="59" name="Прямая соединительная линия 58">
            <a:extLst>
              <a:ext uri="{FF2B5EF4-FFF2-40B4-BE49-F238E27FC236}">
                <a16:creationId xmlns:a16="http://schemas.microsoft.com/office/drawing/2014/main" id="{E651C224-5EB7-4582-23F0-DD7950E35461}"/>
              </a:ext>
            </a:extLst>
          </p:cNvPr>
          <p:cNvCxnSpPr>
            <a:cxnSpLocks/>
          </p:cNvCxnSpPr>
          <p:nvPr userDrawn="1"/>
        </p:nvCxnSpPr>
        <p:spPr>
          <a:xfrm flipV="1">
            <a:off x="9370802" y="2635827"/>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60" name="Milestone Placeholder">
            <a:extLst>
              <a:ext uri="{FF2B5EF4-FFF2-40B4-BE49-F238E27FC236}">
                <a16:creationId xmlns:a16="http://schemas.microsoft.com/office/drawing/2014/main" id="{974F66B7-BEE2-A657-E136-F73FC1166812}"/>
              </a:ext>
            </a:extLst>
          </p:cNvPr>
          <p:cNvSpPr>
            <a:spLocks noGrp="1"/>
          </p:cNvSpPr>
          <p:nvPr>
            <p:ph type="body" idx="48" hasCustomPrompt="1"/>
          </p:nvPr>
        </p:nvSpPr>
        <p:spPr>
          <a:xfrm>
            <a:off x="2887440" y="2328050"/>
            <a:ext cx="1920684" cy="615553"/>
          </a:xfrm>
        </p:spPr>
        <p:txBody>
          <a:bodyPr lIns="216000" tIns="0" rIns="216000" bIns="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61" name="Milestone Placeholder">
            <a:extLst>
              <a:ext uri="{FF2B5EF4-FFF2-40B4-BE49-F238E27FC236}">
                <a16:creationId xmlns:a16="http://schemas.microsoft.com/office/drawing/2014/main" id="{0DE4414C-6905-06A9-0CDB-BFA85BEA5875}"/>
              </a:ext>
            </a:extLst>
          </p:cNvPr>
          <p:cNvSpPr>
            <a:spLocks noGrp="1"/>
          </p:cNvSpPr>
          <p:nvPr>
            <p:ph type="body" idx="49" hasCustomPrompt="1"/>
          </p:nvPr>
        </p:nvSpPr>
        <p:spPr>
          <a:xfrm>
            <a:off x="5113613" y="2328050"/>
            <a:ext cx="1920684" cy="615553"/>
          </a:xfrm>
        </p:spPr>
        <p:txBody>
          <a:bodyPr lIns="216000" tIns="0" rIns="216000" bIns="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62" name="Milestone Placeholder">
            <a:extLst>
              <a:ext uri="{FF2B5EF4-FFF2-40B4-BE49-F238E27FC236}">
                <a16:creationId xmlns:a16="http://schemas.microsoft.com/office/drawing/2014/main" id="{D596F846-ACE4-2C30-AC29-31A2C78C3652}"/>
              </a:ext>
            </a:extLst>
          </p:cNvPr>
          <p:cNvSpPr>
            <a:spLocks noGrp="1"/>
          </p:cNvSpPr>
          <p:nvPr>
            <p:ph type="body" idx="50" hasCustomPrompt="1"/>
          </p:nvPr>
        </p:nvSpPr>
        <p:spPr>
          <a:xfrm>
            <a:off x="7392256" y="2328050"/>
            <a:ext cx="1920684" cy="615553"/>
          </a:xfrm>
        </p:spPr>
        <p:txBody>
          <a:bodyPr lIns="216000" tIns="0" rIns="216000" bIns="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63" name="Milestone Placeholder">
            <a:extLst>
              <a:ext uri="{FF2B5EF4-FFF2-40B4-BE49-F238E27FC236}">
                <a16:creationId xmlns:a16="http://schemas.microsoft.com/office/drawing/2014/main" id="{A95F2E75-8A36-E01F-9FD2-F73D1DC03AC3}"/>
              </a:ext>
            </a:extLst>
          </p:cNvPr>
          <p:cNvSpPr>
            <a:spLocks noGrp="1"/>
          </p:cNvSpPr>
          <p:nvPr>
            <p:ph type="body" idx="51" hasCustomPrompt="1"/>
          </p:nvPr>
        </p:nvSpPr>
        <p:spPr>
          <a:xfrm>
            <a:off x="9644664" y="2328050"/>
            <a:ext cx="1920684" cy="615553"/>
          </a:xfrm>
        </p:spPr>
        <p:txBody>
          <a:bodyPr lIns="216000" tIns="0" rIns="216000" bIns="0" anchor="ctr" anchorCtr="0">
            <a:noAutofit/>
          </a:bodyPr>
          <a:lstStyle>
            <a:lvl1pPr marL="0" indent="0" algn="ctr">
              <a:buNone/>
              <a:defRPr sz="19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64" name="Прямоугольник: скругленные углы 63">
            <a:extLst>
              <a:ext uri="{FF2B5EF4-FFF2-40B4-BE49-F238E27FC236}">
                <a16:creationId xmlns:a16="http://schemas.microsoft.com/office/drawing/2014/main" id="{40A436D7-D18E-CD23-B9D5-295F18843B16}"/>
              </a:ext>
            </a:extLst>
          </p:cNvPr>
          <p:cNvSpPr/>
          <p:nvPr userDrawn="1"/>
        </p:nvSpPr>
        <p:spPr>
          <a:xfrm>
            <a:off x="9597006" y="3213868"/>
            <a:ext cx="2016000" cy="3059647"/>
          </a:xfrm>
          <a:prstGeom prst="roundRect">
            <a:avLst>
              <a:gd name="adj" fmla="val 1517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5" name="Text Placeholder">
            <a:extLst>
              <a:ext uri="{FF2B5EF4-FFF2-40B4-BE49-F238E27FC236}">
                <a16:creationId xmlns:a16="http://schemas.microsoft.com/office/drawing/2014/main" id="{F9148CAC-B0F9-97BD-8841-94F1E24572C7}"/>
              </a:ext>
            </a:extLst>
          </p:cNvPr>
          <p:cNvSpPr>
            <a:spLocks noGrp="1"/>
          </p:cNvSpPr>
          <p:nvPr>
            <p:ph type="body" idx="52" hasCustomPrompt="1"/>
          </p:nvPr>
        </p:nvSpPr>
        <p:spPr>
          <a:xfrm>
            <a:off x="9597006" y="3266093"/>
            <a:ext cx="2016000" cy="1674000"/>
          </a:xfrm>
        </p:spPr>
        <p:txBody>
          <a:bodyPr lIns="216000" tIns="216000" rIns="216000" bIns="0" anchor="b" anchorCtr="0">
            <a:no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66" name="Subtitle Placeholder">
            <a:extLst>
              <a:ext uri="{FF2B5EF4-FFF2-40B4-BE49-F238E27FC236}">
                <a16:creationId xmlns:a16="http://schemas.microsoft.com/office/drawing/2014/main" id="{E0D0278B-FC44-11F4-0EF7-B6545D39AE1F}"/>
              </a:ext>
            </a:extLst>
          </p:cNvPr>
          <p:cNvSpPr>
            <a:spLocks noGrp="1"/>
          </p:cNvSpPr>
          <p:nvPr>
            <p:ph type="body" idx="53" hasCustomPrompt="1"/>
          </p:nvPr>
        </p:nvSpPr>
        <p:spPr>
          <a:xfrm>
            <a:off x="9597006" y="4950603"/>
            <a:ext cx="2016000" cy="1323197"/>
          </a:xfrm>
        </p:spPr>
        <p:txBody>
          <a:bodyPr wrap="square" lIns="216000" tIns="108000" rIns="216000" bIns="288000" anchor="t" anchorCtr="0">
            <a:no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 name="Footer Placeholder">
            <a:extLst>
              <a:ext uri="{FF2B5EF4-FFF2-40B4-BE49-F238E27FC236}">
                <a16:creationId xmlns:a16="http://schemas.microsoft.com/office/drawing/2014/main" id="{23FD9F5F-A7EA-1F9D-69E8-222BDB6E79DD}"/>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6151817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line I60V8">
    <p:bg>
      <p:bgPr>
        <a:solidFill>
          <a:schemeClr val="tx2"/>
        </a:solidFill>
        <a:effectLst/>
      </p:bgPr>
    </p:bg>
    <p:spTree>
      <p:nvGrpSpPr>
        <p:cNvPr id="1" name=""/>
        <p:cNvGrpSpPr/>
        <p:nvPr/>
      </p:nvGrpSpPr>
      <p:grpSpPr>
        <a:xfrm>
          <a:off x="0" y="0"/>
          <a:ext cx="0" cy="0"/>
          <a:chOff x="0" y="0"/>
          <a:chExt cx="0" cy="0"/>
        </a:xfrm>
      </p:grpSpPr>
      <p:sp>
        <p:nvSpPr>
          <p:cNvPr id="2" name="Ellipse">
            <a:extLst>
              <a:ext uri="{FF2B5EF4-FFF2-40B4-BE49-F238E27FC236}">
                <a16:creationId xmlns:a16="http://schemas.microsoft.com/office/drawing/2014/main" id="{7061ED7D-4EFD-2BC2-BD8F-7EA565F067D7}"/>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Ellipse">
            <a:extLst>
              <a:ext uri="{FF2B5EF4-FFF2-40B4-BE49-F238E27FC236}">
                <a16:creationId xmlns:a16="http://schemas.microsoft.com/office/drawing/2014/main" id="{0C612F22-A2C6-47E5-893F-98D7DB629B81}"/>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49B031B5-A46E-D830-EEB9-FEC4A8BE98A5}"/>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Заголовок 1">
            <a:extLst>
              <a:ext uri="{FF2B5EF4-FFF2-40B4-BE49-F238E27FC236}">
                <a16:creationId xmlns:a16="http://schemas.microsoft.com/office/drawing/2014/main" id="{2AE5C098-54CA-8AD7-E03C-2C0B462E8094}"/>
              </a:ext>
            </a:extLst>
          </p:cNvPr>
          <p:cNvSpPr>
            <a:spLocks noGrp="1"/>
          </p:cNvSpPr>
          <p:nvPr>
            <p:ph type="title" hasCustomPrompt="1"/>
          </p:nvPr>
        </p:nvSpPr>
        <p:spPr>
          <a:xfrm>
            <a:off x="597207" y="1309407"/>
            <a:ext cx="11007419" cy="664797"/>
          </a:xfrm>
          <a:prstGeom prst="rect">
            <a:avLst/>
          </a:prstGeom>
        </p:spPr>
        <p:txBody>
          <a:bodyPr vert="horz" wrap="square" lIns="0" tIns="0" rIns="0" bIns="0" rtlCol="0" anchor="t" anchorCtr="0">
            <a:noAutofit/>
          </a:bodyPr>
          <a:lstStyle>
            <a:lvl1pPr>
              <a:defRPr sz="4800">
                <a:solidFill>
                  <a:schemeClr val="bg1"/>
                </a:solidFill>
              </a:defRPr>
            </a:lvl1pPr>
          </a:lstStyle>
          <a:p>
            <a:pPr lvl="0"/>
            <a:r>
              <a:rPr lang="en-US" dirty="0"/>
              <a:t>Click to edit Master text styles</a:t>
            </a:r>
            <a:endParaRPr lang="ru-RU" dirty="0"/>
          </a:p>
        </p:txBody>
      </p:sp>
      <p:sp>
        <p:nvSpPr>
          <p:cNvPr id="9" name="Прямоугольник: скругленные углы 8">
            <a:extLst>
              <a:ext uri="{FF2B5EF4-FFF2-40B4-BE49-F238E27FC236}">
                <a16:creationId xmlns:a16="http://schemas.microsoft.com/office/drawing/2014/main" id="{7050BCFA-AAB5-0D99-09D2-EF27CC310A59}"/>
              </a:ext>
            </a:extLst>
          </p:cNvPr>
          <p:cNvSpPr/>
          <p:nvPr userDrawn="1"/>
        </p:nvSpPr>
        <p:spPr>
          <a:xfrm>
            <a:off x="587374" y="2174314"/>
            <a:ext cx="1659600" cy="16596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accent2"/>
              </a:solidFill>
            </a:endParaRPr>
          </a:p>
        </p:txBody>
      </p:sp>
      <p:sp>
        <p:nvSpPr>
          <p:cNvPr id="23" name="Milestone Placeholder">
            <a:extLst>
              <a:ext uri="{FF2B5EF4-FFF2-40B4-BE49-F238E27FC236}">
                <a16:creationId xmlns:a16="http://schemas.microsoft.com/office/drawing/2014/main" id="{9AD3081D-1A46-0CC4-86E4-1DE3707C96A2}"/>
              </a:ext>
            </a:extLst>
          </p:cNvPr>
          <p:cNvSpPr>
            <a:spLocks noGrp="1"/>
          </p:cNvSpPr>
          <p:nvPr>
            <p:ph type="body" idx="35" hasCustomPrompt="1"/>
          </p:nvPr>
        </p:nvSpPr>
        <p:spPr>
          <a:xfrm>
            <a:off x="587374" y="2478228"/>
            <a:ext cx="1659600" cy="1051772"/>
          </a:xfrm>
        </p:spPr>
        <p:txBody>
          <a:bodyPr lIns="108000" tIns="216000" rIns="108000" bIns="21600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24" name="Прямоугольник: скругленные углы 23">
            <a:extLst>
              <a:ext uri="{FF2B5EF4-FFF2-40B4-BE49-F238E27FC236}">
                <a16:creationId xmlns:a16="http://schemas.microsoft.com/office/drawing/2014/main" id="{DA310FB8-23A4-E828-5839-22A815053935}"/>
              </a:ext>
            </a:extLst>
          </p:cNvPr>
          <p:cNvSpPr/>
          <p:nvPr userDrawn="1"/>
        </p:nvSpPr>
        <p:spPr>
          <a:xfrm>
            <a:off x="2458904" y="2174314"/>
            <a:ext cx="1659600" cy="16596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5" name="Прямоугольник: скругленные углы 24">
            <a:extLst>
              <a:ext uri="{FF2B5EF4-FFF2-40B4-BE49-F238E27FC236}">
                <a16:creationId xmlns:a16="http://schemas.microsoft.com/office/drawing/2014/main" id="{3A840694-A645-9EF3-6CED-A853B861B226}"/>
              </a:ext>
            </a:extLst>
          </p:cNvPr>
          <p:cNvSpPr/>
          <p:nvPr userDrawn="1"/>
        </p:nvSpPr>
        <p:spPr>
          <a:xfrm>
            <a:off x="4330434" y="2174314"/>
            <a:ext cx="1659600" cy="16596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cxnSp>
        <p:nvCxnSpPr>
          <p:cNvPr id="31" name="Прямая соединительная линия 30">
            <a:extLst>
              <a:ext uri="{FF2B5EF4-FFF2-40B4-BE49-F238E27FC236}">
                <a16:creationId xmlns:a16="http://schemas.microsoft.com/office/drawing/2014/main" id="{39AD8041-C375-6896-0FFB-587C2937246D}"/>
              </a:ext>
            </a:extLst>
          </p:cNvPr>
          <p:cNvCxnSpPr>
            <a:cxnSpLocks/>
          </p:cNvCxnSpPr>
          <p:nvPr userDrawn="1"/>
        </p:nvCxnSpPr>
        <p:spPr>
          <a:xfrm flipV="1">
            <a:off x="2244939"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255E0A5E-0CAC-328A-CBF8-A60BA6E71CD6}"/>
              </a:ext>
            </a:extLst>
          </p:cNvPr>
          <p:cNvCxnSpPr>
            <a:cxnSpLocks/>
          </p:cNvCxnSpPr>
          <p:nvPr userDrawn="1"/>
        </p:nvCxnSpPr>
        <p:spPr>
          <a:xfrm flipV="1">
            <a:off x="4116469"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3" name="Прямая соединительная линия 42">
            <a:extLst>
              <a:ext uri="{FF2B5EF4-FFF2-40B4-BE49-F238E27FC236}">
                <a16:creationId xmlns:a16="http://schemas.microsoft.com/office/drawing/2014/main" id="{283B9AA2-3068-A59F-B407-428339DEB5A8}"/>
              </a:ext>
            </a:extLst>
          </p:cNvPr>
          <p:cNvCxnSpPr>
            <a:cxnSpLocks/>
          </p:cNvCxnSpPr>
          <p:nvPr userDrawn="1"/>
        </p:nvCxnSpPr>
        <p:spPr>
          <a:xfrm flipV="1">
            <a:off x="11623207"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44" name="Прямоугольник: скругленные углы 43">
            <a:extLst>
              <a:ext uri="{FF2B5EF4-FFF2-40B4-BE49-F238E27FC236}">
                <a16:creationId xmlns:a16="http://schemas.microsoft.com/office/drawing/2014/main" id="{A92F0194-C2A4-4024-371D-79E7EB0106B8}"/>
              </a:ext>
            </a:extLst>
          </p:cNvPr>
          <p:cNvSpPr/>
          <p:nvPr userDrawn="1"/>
        </p:nvSpPr>
        <p:spPr>
          <a:xfrm>
            <a:off x="6201964" y="2174314"/>
            <a:ext cx="1659600" cy="16596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cxnSp>
        <p:nvCxnSpPr>
          <p:cNvPr id="45" name="Прямая соединительная линия 44">
            <a:extLst>
              <a:ext uri="{FF2B5EF4-FFF2-40B4-BE49-F238E27FC236}">
                <a16:creationId xmlns:a16="http://schemas.microsoft.com/office/drawing/2014/main" id="{08E4E28C-F184-64B6-9F79-ED953206C445}"/>
              </a:ext>
            </a:extLst>
          </p:cNvPr>
          <p:cNvCxnSpPr>
            <a:cxnSpLocks/>
          </p:cNvCxnSpPr>
          <p:nvPr userDrawn="1"/>
        </p:nvCxnSpPr>
        <p:spPr>
          <a:xfrm flipV="1">
            <a:off x="5987999"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46" name="Прямоугольник: скругленные углы 45">
            <a:extLst>
              <a:ext uri="{FF2B5EF4-FFF2-40B4-BE49-F238E27FC236}">
                <a16:creationId xmlns:a16="http://schemas.microsoft.com/office/drawing/2014/main" id="{D2E7EEF2-3AA3-A4B5-ABC3-94C7E7448B84}"/>
              </a:ext>
            </a:extLst>
          </p:cNvPr>
          <p:cNvSpPr/>
          <p:nvPr userDrawn="1"/>
        </p:nvSpPr>
        <p:spPr>
          <a:xfrm>
            <a:off x="8073494" y="2174314"/>
            <a:ext cx="1659600" cy="16596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cxnSp>
        <p:nvCxnSpPr>
          <p:cNvPr id="47" name="Прямая соединительная линия 46">
            <a:extLst>
              <a:ext uri="{FF2B5EF4-FFF2-40B4-BE49-F238E27FC236}">
                <a16:creationId xmlns:a16="http://schemas.microsoft.com/office/drawing/2014/main" id="{39194542-AFF5-1380-86CE-4562AC3852D0}"/>
              </a:ext>
            </a:extLst>
          </p:cNvPr>
          <p:cNvCxnSpPr>
            <a:cxnSpLocks/>
          </p:cNvCxnSpPr>
          <p:nvPr userDrawn="1"/>
        </p:nvCxnSpPr>
        <p:spPr>
          <a:xfrm flipV="1">
            <a:off x="9731059"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48" name="Milestone Placeholder">
            <a:extLst>
              <a:ext uri="{FF2B5EF4-FFF2-40B4-BE49-F238E27FC236}">
                <a16:creationId xmlns:a16="http://schemas.microsoft.com/office/drawing/2014/main" id="{B2A2F2EB-AE37-62D6-6C71-CAFB700C9F8E}"/>
              </a:ext>
            </a:extLst>
          </p:cNvPr>
          <p:cNvSpPr>
            <a:spLocks noGrp="1"/>
          </p:cNvSpPr>
          <p:nvPr>
            <p:ph type="body" idx="48" hasCustomPrompt="1"/>
          </p:nvPr>
        </p:nvSpPr>
        <p:spPr>
          <a:xfrm>
            <a:off x="2458904" y="2478228"/>
            <a:ext cx="1659600" cy="1051772"/>
          </a:xfrm>
        </p:spPr>
        <p:txBody>
          <a:bodyPr lIns="108000" tIns="216000" rIns="108000" bIns="21600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49" name="Milestone Placeholder">
            <a:extLst>
              <a:ext uri="{FF2B5EF4-FFF2-40B4-BE49-F238E27FC236}">
                <a16:creationId xmlns:a16="http://schemas.microsoft.com/office/drawing/2014/main" id="{0559AE3B-3627-93EF-E971-A3B6127BE467}"/>
              </a:ext>
            </a:extLst>
          </p:cNvPr>
          <p:cNvSpPr>
            <a:spLocks noGrp="1"/>
          </p:cNvSpPr>
          <p:nvPr>
            <p:ph type="body" idx="49" hasCustomPrompt="1"/>
          </p:nvPr>
        </p:nvSpPr>
        <p:spPr>
          <a:xfrm>
            <a:off x="4330434" y="2478228"/>
            <a:ext cx="1659600" cy="1051772"/>
          </a:xfrm>
        </p:spPr>
        <p:txBody>
          <a:bodyPr lIns="108000" tIns="216000" rIns="108000" bIns="21600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50" name="Milestone Placeholder">
            <a:extLst>
              <a:ext uri="{FF2B5EF4-FFF2-40B4-BE49-F238E27FC236}">
                <a16:creationId xmlns:a16="http://schemas.microsoft.com/office/drawing/2014/main" id="{D2E06EBF-CD0D-59D4-C2A3-DAD5BDE7A500}"/>
              </a:ext>
            </a:extLst>
          </p:cNvPr>
          <p:cNvSpPr>
            <a:spLocks noGrp="1"/>
          </p:cNvSpPr>
          <p:nvPr>
            <p:ph type="body" idx="50" hasCustomPrompt="1"/>
          </p:nvPr>
        </p:nvSpPr>
        <p:spPr>
          <a:xfrm>
            <a:off x="6201964" y="2478228"/>
            <a:ext cx="1659600" cy="1051772"/>
          </a:xfrm>
        </p:spPr>
        <p:txBody>
          <a:bodyPr lIns="108000" tIns="216000" rIns="108000" bIns="21600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51" name="Milestone Placeholder">
            <a:extLst>
              <a:ext uri="{FF2B5EF4-FFF2-40B4-BE49-F238E27FC236}">
                <a16:creationId xmlns:a16="http://schemas.microsoft.com/office/drawing/2014/main" id="{105ED9A0-2EF5-5D93-FE7C-D4CBFC39D66A}"/>
              </a:ext>
            </a:extLst>
          </p:cNvPr>
          <p:cNvSpPr>
            <a:spLocks noGrp="1"/>
          </p:cNvSpPr>
          <p:nvPr>
            <p:ph type="body" idx="51" hasCustomPrompt="1"/>
          </p:nvPr>
        </p:nvSpPr>
        <p:spPr>
          <a:xfrm>
            <a:off x="8073494" y="2478228"/>
            <a:ext cx="1659600" cy="1051772"/>
          </a:xfrm>
        </p:spPr>
        <p:txBody>
          <a:bodyPr lIns="108000" tIns="216000" rIns="108000" bIns="216000" anchor="ctr" anchorCtr="0">
            <a:noAutofit/>
          </a:bodyPr>
          <a:lstStyle>
            <a:lvl1pPr marL="0" indent="0" algn="ctr">
              <a:buNone/>
              <a:defRPr sz="19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52" name="Прямоугольник: скругленные углы 51">
            <a:extLst>
              <a:ext uri="{FF2B5EF4-FFF2-40B4-BE49-F238E27FC236}">
                <a16:creationId xmlns:a16="http://schemas.microsoft.com/office/drawing/2014/main" id="{992F25A3-EE7D-0123-0822-7DB095AD1F36}"/>
              </a:ext>
            </a:extLst>
          </p:cNvPr>
          <p:cNvSpPr/>
          <p:nvPr userDrawn="1"/>
        </p:nvSpPr>
        <p:spPr>
          <a:xfrm>
            <a:off x="9945024" y="2174314"/>
            <a:ext cx="1659600" cy="16596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accent1"/>
              </a:solidFill>
            </a:endParaRPr>
          </a:p>
        </p:txBody>
      </p:sp>
      <p:cxnSp>
        <p:nvCxnSpPr>
          <p:cNvPr id="53" name="Прямая соединительная линия 52">
            <a:extLst>
              <a:ext uri="{FF2B5EF4-FFF2-40B4-BE49-F238E27FC236}">
                <a16:creationId xmlns:a16="http://schemas.microsoft.com/office/drawing/2014/main" id="{131A1756-C098-4B1D-E082-63983E27C96E}"/>
              </a:ext>
            </a:extLst>
          </p:cNvPr>
          <p:cNvCxnSpPr>
            <a:cxnSpLocks/>
          </p:cNvCxnSpPr>
          <p:nvPr userDrawn="1"/>
        </p:nvCxnSpPr>
        <p:spPr>
          <a:xfrm flipV="1">
            <a:off x="7859529" y="3004114"/>
            <a:ext cx="216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54" name="Milestone Placeholder">
            <a:extLst>
              <a:ext uri="{FF2B5EF4-FFF2-40B4-BE49-F238E27FC236}">
                <a16:creationId xmlns:a16="http://schemas.microsoft.com/office/drawing/2014/main" id="{E32E51FC-12B9-D31B-E61A-03C3A059E24F}"/>
              </a:ext>
            </a:extLst>
          </p:cNvPr>
          <p:cNvSpPr>
            <a:spLocks noGrp="1"/>
          </p:cNvSpPr>
          <p:nvPr>
            <p:ph type="body" idx="52" hasCustomPrompt="1"/>
          </p:nvPr>
        </p:nvSpPr>
        <p:spPr>
          <a:xfrm>
            <a:off x="9945024" y="2478228"/>
            <a:ext cx="1659600" cy="1051772"/>
          </a:xfrm>
        </p:spPr>
        <p:txBody>
          <a:bodyPr lIns="108000" tIns="216000" rIns="108000" bIns="216000" anchor="ctr" anchorCtr="0">
            <a:noAutofit/>
          </a:bodyPr>
          <a:lstStyle>
            <a:lvl1pPr marL="0" indent="0" algn="ctr">
              <a:buNone/>
              <a:defRPr sz="19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p>
        </p:txBody>
      </p:sp>
      <p:sp>
        <p:nvSpPr>
          <p:cNvPr id="55" name="Text Placeholder">
            <a:extLst>
              <a:ext uri="{FF2B5EF4-FFF2-40B4-BE49-F238E27FC236}">
                <a16:creationId xmlns:a16="http://schemas.microsoft.com/office/drawing/2014/main" id="{62CC474D-2F5E-4500-F396-93204659BE89}"/>
              </a:ext>
            </a:extLst>
          </p:cNvPr>
          <p:cNvSpPr>
            <a:spLocks noGrp="1"/>
          </p:cNvSpPr>
          <p:nvPr>
            <p:ph type="body" idx="36" hasCustomPrompt="1"/>
          </p:nvPr>
        </p:nvSpPr>
        <p:spPr>
          <a:xfrm>
            <a:off x="587374" y="4795665"/>
            <a:ext cx="1659600" cy="1454244"/>
          </a:xfrm>
        </p:spPr>
        <p:txBody>
          <a:bodyPr lIns="0" tIns="0" rIns="0" bIns="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56" name="Subtitle Placeholder">
            <a:extLst>
              <a:ext uri="{FF2B5EF4-FFF2-40B4-BE49-F238E27FC236}">
                <a16:creationId xmlns:a16="http://schemas.microsoft.com/office/drawing/2014/main" id="{1361FA07-81D2-50B1-0192-560E128E11E1}"/>
              </a:ext>
            </a:extLst>
          </p:cNvPr>
          <p:cNvSpPr>
            <a:spLocks noGrp="1"/>
          </p:cNvSpPr>
          <p:nvPr>
            <p:ph type="body" idx="37" hasCustomPrompt="1"/>
          </p:nvPr>
        </p:nvSpPr>
        <p:spPr>
          <a:xfrm>
            <a:off x="587374" y="4033968"/>
            <a:ext cx="1659600" cy="724608"/>
          </a:xfrm>
        </p:spPr>
        <p:txBody>
          <a:bodyPr wrap="square" lIns="0" tIns="0" rIns="0" bIns="108000" anchor="ctr" anchorCtr="0">
            <a:sp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57" name="Text Placeholder">
            <a:extLst>
              <a:ext uri="{FF2B5EF4-FFF2-40B4-BE49-F238E27FC236}">
                <a16:creationId xmlns:a16="http://schemas.microsoft.com/office/drawing/2014/main" id="{187D33D9-C649-4DA4-1736-5927E92E0A23}"/>
              </a:ext>
            </a:extLst>
          </p:cNvPr>
          <p:cNvSpPr>
            <a:spLocks noGrp="1"/>
          </p:cNvSpPr>
          <p:nvPr>
            <p:ph type="body" idx="53" hasCustomPrompt="1"/>
          </p:nvPr>
        </p:nvSpPr>
        <p:spPr>
          <a:xfrm>
            <a:off x="2458904" y="4795665"/>
            <a:ext cx="1659600" cy="1454400"/>
          </a:xfrm>
        </p:spPr>
        <p:txBody>
          <a:bodyPr lIns="0" tIns="0" rIns="0" bIns="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58" name="Subtitle Placeholder">
            <a:extLst>
              <a:ext uri="{FF2B5EF4-FFF2-40B4-BE49-F238E27FC236}">
                <a16:creationId xmlns:a16="http://schemas.microsoft.com/office/drawing/2014/main" id="{FC103AE9-3554-FCFB-1052-920D26129B1C}"/>
              </a:ext>
            </a:extLst>
          </p:cNvPr>
          <p:cNvSpPr>
            <a:spLocks noGrp="1"/>
          </p:cNvSpPr>
          <p:nvPr>
            <p:ph type="body" idx="54" hasCustomPrompt="1"/>
          </p:nvPr>
        </p:nvSpPr>
        <p:spPr>
          <a:xfrm>
            <a:off x="2458904" y="4033968"/>
            <a:ext cx="1659600" cy="724608"/>
          </a:xfrm>
        </p:spPr>
        <p:txBody>
          <a:bodyPr wrap="square" lIns="0" tIns="0" rIns="0" bIns="108000" anchor="ctr" anchorCtr="0">
            <a:sp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59" name="Text Placeholder">
            <a:extLst>
              <a:ext uri="{FF2B5EF4-FFF2-40B4-BE49-F238E27FC236}">
                <a16:creationId xmlns:a16="http://schemas.microsoft.com/office/drawing/2014/main" id="{75CA65EE-0607-6E87-5216-7D2C72303548}"/>
              </a:ext>
            </a:extLst>
          </p:cNvPr>
          <p:cNvSpPr>
            <a:spLocks noGrp="1"/>
          </p:cNvSpPr>
          <p:nvPr>
            <p:ph type="body" idx="55" hasCustomPrompt="1"/>
          </p:nvPr>
        </p:nvSpPr>
        <p:spPr>
          <a:xfrm>
            <a:off x="4330434" y="4795665"/>
            <a:ext cx="1659600" cy="1454400"/>
          </a:xfrm>
        </p:spPr>
        <p:txBody>
          <a:bodyPr lIns="0" tIns="0" rIns="0" bIns="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60" name="Subtitle Placeholder">
            <a:extLst>
              <a:ext uri="{FF2B5EF4-FFF2-40B4-BE49-F238E27FC236}">
                <a16:creationId xmlns:a16="http://schemas.microsoft.com/office/drawing/2014/main" id="{49186FC3-85E0-6063-05D0-290F1DDBC116}"/>
              </a:ext>
            </a:extLst>
          </p:cNvPr>
          <p:cNvSpPr>
            <a:spLocks noGrp="1"/>
          </p:cNvSpPr>
          <p:nvPr>
            <p:ph type="body" idx="56" hasCustomPrompt="1"/>
          </p:nvPr>
        </p:nvSpPr>
        <p:spPr>
          <a:xfrm>
            <a:off x="4330434" y="4033968"/>
            <a:ext cx="1659600" cy="724608"/>
          </a:xfrm>
        </p:spPr>
        <p:txBody>
          <a:bodyPr wrap="square" lIns="0" tIns="0" rIns="0" bIns="108000" anchor="ctr" anchorCtr="0">
            <a:sp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61" name="Text Placeholder">
            <a:extLst>
              <a:ext uri="{FF2B5EF4-FFF2-40B4-BE49-F238E27FC236}">
                <a16:creationId xmlns:a16="http://schemas.microsoft.com/office/drawing/2014/main" id="{D889856E-3997-3571-DE15-618890E0C8D0}"/>
              </a:ext>
            </a:extLst>
          </p:cNvPr>
          <p:cNvSpPr>
            <a:spLocks noGrp="1"/>
          </p:cNvSpPr>
          <p:nvPr>
            <p:ph type="body" idx="57" hasCustomPrompt="1"/>
          </p:nvPr>
        </p:nvSpPr>
        <p:spPr>
          <a:xfrm>
            <a:off x="6201964" y="4795665"/>
            <a:ext cx="1659600" cy="1454400"/>
          </a:xfrm>
        </p:spPr>
        <p:txBody>
          <a:bodyPr lIns="0" tIns="0" rIns="0" bIns="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62" name="Subtitle Placeholder">
            <a:extLst>
              <a:ext uri="{FF2B5EF4-FFF2-40B4-BE49-F238E27FC236}">
                <a16:creationId xmlns:a16="http://schemas.microsoft.com/office/drawing/2014/main" id="{02807B9A-BAC0-A2D6-9582-08DE475BDC1F}"/>
              </a:ext>
            </a:extLst>
          </p:cNvPr>
          <p:cNvSpPr>
            <a:spLocks noGrp="1"/>
          </p:cNvSpPr>
          <p:nvPr>
            <p:ph type="body" idx="58" hasCustomPrompt="1"/>
          </p:nvPr>
        </p:nvSpPr>
        <p:spPr>
          <a:xfrm>
            <a:off x="6201964" y="4033968"/>
            <a:ext cx="1659600" cy="724608"/>
          </a:xfrm>
        </p:spPr>
        <p:txBody>
          <a:bodyPr wrap="square" lIns="0" tIns="0" rIns="0" bIns="108000" anchor="ctr" anchorCtr="0">
            <a:sp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63" name="Text Placeholder">
            <a:extLst>
              <a:ext uri="{FF2B5EF4-FFF2-40B4-BE49-F238E27FC236}">
                <a16:creationId xmlns:a16="http://schemas.microsoft.com/office/drawing/2014/main" id="{EE17B391-9107-0D4F-BE4F-B0C291DF17D7}"/>
              </a:ext>
            </a:extLst>
          </p:cNvPr>
          <p:cNvSpPr>
            <a:spLocks noGrp="1"/>
          </p:cNvSpPr>
          <p:nvPr>
            <p:ph type="body" idx="59" hasCustomPrompt="1"/>
          </p:nvPr>
        </p:nvSpPr>
        <p:spPr>
          <a:xfrm>
            <a:off x="8073494" y="4795665"/>
            <a:ext cx="1659600" cy="1454400"/>
          </a:xfrm>
        </p:spPr>
        <p:txBody>
          <a:bodyPr lIns="0" tIns="0" rIns="0" bIns="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64" name="Subtitle Placeholder">
            <a:extLst>
              <a:ext uri="{FF2B5EF4-FFF2-40B4-BE49-F238E27FC236}">
                <a16:creationId xmlns:a16="http://schemas.microsoft.com/office/drawing/2014/main" id="{F1F76C10-A5A2-237F-964B-999673241172}"/>
              </a:ext>
            </a:extLst>
          </p:cNvPr>
          <p:cNvSpPr>
            <a:spLocks noGrp="1"/>
          </p:cNvSpPr>
          <p:nvPr>
            <p:ph type="body" idx="60" hasCustomPrompt="1"/>
          </p:nvPr>
        </p:nvSpPr>
        <p:spPr>
          <a:xfrm>
            <a:off x="8073494" y="4033968"/>
            <a:ext cx="1659600" cy="724608"/>
          </a:xfrm>
        </p:spPr>
        <p:txBody>
          <a:bodyPr wrap="square" lIns="0" tIns="0" rIns="0" bIns="108000" anchor="ctr" anchorCtr="0">
            <a:sp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65" name="Text Placeholder">
            <a:extLst>
              <a:ext uri="{FF2B5EF4-FFF2-40B4-BE49-F238E27FC236}">
                <a16:creationId xmlns:a16="http://schemas.microsoft.com/office/drawing/2014/main" id="{D8A2B8D4-A9E4-8F05-8ABD-61AA114F0454}"/>
              </a:ext>
            </a:extLst>
          </p:cNvPr>
          <p:cNvSpPr>
            <a:spLocks noGrp="1"/>
          </p:cNvSpPr>
          <p:nvPr>
            <p:ph type="body" idx="61" hasCustomPrompt="1"/>
          </p:nvPr>
        </p:nvSpPr>
        <p:spPr>
          <a:xfrm>
            <a:off x="9945024" y="4795665"/>
            <a:ext cx="1659600" cy="1454400"/>
          </a:xfrm>
        </p:spPr>
        <p:txBody>
          <a:bodyPr lIns="0" tIns="0" rIns="0" bIns="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en-US" dirty="0"/>
          </a:p>
        </p:txBody>
      </p:sp>
      <p:sp>
        <p:nvSpPr>
          <p:cNvPr id="66" name="Subtitle Placeholder">
            <a:extLst>
              <a:ext uri="{FF2B5EF4-FFF2-40B4-BE49-F238E27FC236}">
                <a16:creationId xmlns:a16="http://schemas.microsoft.com/office/drawing/2014/main" id="{4F5D5C01-B9C4-4649-6EC3-97AC57E32640}"/>
              </a:ext>
            </a:extLst>
          </p:cNvPr>
          <p:cNvSpPr>
            <a:spLocks noGrp="1"/>
          </p:cNvSpPr>
          <p:nvPr>
            <p:ph type="body" idx="62" hasCustomPrompt="1"/>
          </p:nvPr>
        </p:nvSpPr>
        <p:spPr>
          <a:xfrm>
            <a:off x="9945024" y="4033968"/>
            <a:ext cx="1659600" cy="724608"/>
          </a:xfrm>
        </p:spPr>
        <p:txBody>
          <a:bodyPr wrap="square" lIns="0" tIns="0" rIns="0" bIns="108000" anchor="ctr" anchorCtr="0">
            <a:sp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a:t>
            </a:r>
            <a:endParaRPr lang="ru-RU" dirty="0"/>
          </a:p>
        </p:txBody>
      </p:sp>
      <p:sp>
        <p:nvSpPr>
          <p:cNvPr id="6" name="Footer Placeholder">
            <a:extLst>
              <a:ext uri="{FF2B5EF4-FFF2-40B4-BE49-F238E27FC236}">
                <a16:creationId xmlns:a16="http://schemas.microsoft.com/office/drawing/2014/main" id="{4E4E209B-7831-82AE-E6C4-D2786B70BD52}"/>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3072421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 Us S05V1">
    <p:bg>
      <p:bgPr>
        <a:solidFill>
          <a:schemeClr val="bg1"/>
        </a:solidFill>
        <a:effectLst/>
      </p:bgPr>
    </p:bg>
    <p:spTree>
      <p:nvGrpSpPr>
        <p:cNvPr id="1" name=""/>
        <p:cNvGrpSpPr/>
        <p:nvPr/>
      </p:nvGrpSpPr>
      <p:grpSpPr>
        <a:xfrm>
          <a:off x="0" y="0"/>
          <a:ext cx="0" cy="0"/>
          <a:chOff x="0" y="0"/>
          <a:chExt cx="0" cy="0"/>
        </a:xfrm>
      </p:grpSpPr>
      <p:sp>
        <p:nvSpPr>
          <p:cNvPr id="8" name="Ellipse">
            <a:extLst>
              <a:ext uri="{FF2B5EF4-FFF2-40B4-BE49-F238E27FC236}">
                <a16:creationId xmlns:a16="http://schemas.microsoft.com/office/drawing/2014/main" id="{C43FB968-C913-25B3-5415-2BDC6BE4893E}"/>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A66FD52E-794A-6295-F758-CDAD30C7CDB2}"/>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09E56E65-4BD6-A011-B6FD-B2AB5A645F40}"/>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Заголовок 1">
            <a:extLst>
              <a:ext uri="{FF2B5EF4-FFF2-40B4-BE49-F238E27FC236}">
                <a16:creationId xmlns:a16="http://schemas.microsoft.com/office/drawing/2014/main" id="{B950E827-7744-06CC-4A92-ED84FADCB8C9}"/>
              </a:ext>
            </a:extLst>
          </p:cNvPr>
          <p:cNvSpPr>
            <a:spLocks noGrp="1"/>
          </p:cNvSpPr>
          <p:nvPr>
            <p:ph type="title" hasCustomPrompt="1"/>
          </p:nvPr>
        </p:nvSpPr>
        <p:spPr>
          <a:xfrm>
            <a:off x="597208" y="1309407"/>
            <a:ext cx="5400674" cy="1329595"/>
          </a:xfrm>
          <a:prstGeom prst="rect">
            <a:avLst/>
          </a:prstGeom>
        </p:spPr>
        <p:txBody>
          <a:bodyPr vert="horz" wrap="square" lIns="0" tIns="0" rIns="0" bIns="0" rtlCol="0" anchor="ctr" anchorCtr="0">
            <a:noAutofit/>
          </a:bodyPr>
          <a:lstStyle>
            <a:lvl1pPr>
              <a:defRPr sz="4800"/>
            </a:lvl1pPr>
          </a:lstStyle>
          <a:p>
            <a:pPr lvl="0"/>
            <a:r>
              <a:rPr lang="en-US" dirty="0"/>
              <a:t>Click to edit Master text styles</a:t>
            </a:r>
            <a:endParaRPr lang="ru-RU" dirty="0"/>
          </a:p>
        </p:txBody>
      </p:sp>
      <p:sp>
        <p:nvSpPr>
          <p:cNvPr id="74" name="Прямоугольник: скругленные углы 73">
            <a:extLst>
              <a:ext uri="{FF2B5EF4-FFF2-40B4-BE49-F238E27FC236}">
                <a16:creationId xmlns:a16="http://schemas.microsoft.com/office/drawing/2014/main" id="{DCFDCFAF-A56E-A8A6-862C-5DAC926C881C}"/>
              </a:ext>
            </a:extLst>
          </p:cNvPr>
          <p:cNvSpPr/>
          <p:nvPr userDrawn="1"/>
        </p:nvSpPr>
        <p:spPr>
          <a:xfrm>
            <a:off x="587376" y="2980135"/>
            <a:ext cx="5400674" cy="1536200"/>
          </a:xfrm>
          <a:prstGeom prst="roundRect">
            <a:avLst>
              <a:gd name="adj" fmla="val 1787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77" name="Text Placeholder">
            <a:extLst>
              <a:ext uri="{FF2B5EF4-FFF2-40B4-BE49-F238E27FC236}">
                <a16:creationId xmlns:a16="http://schemas.microsoft.com/office/drawing/2014/main" id="{27CBD874-7E6F-8193-0471-01066214C396}"/>
              </a:ext>
            </a:extLst>
          </p:cNvPr>
          <p:cNvSpPr>
            <a:spLocks noGrp="1"/>
          </p:cNvSpPr>
          <p:nvPr>
            <p:ph type="body" idx="33" hasCustomPrompt="1"/>
          </p:nvPr>
        </p:nvSpPr>
        <p:spPr>
          <a:xfrm>
            <a:off x="1740742" y="3846226"/>
            <a:ext cx="4247309" cy="643968"/>
          </a:xfrm>
        </p:spPr>
        <p:txBody>
          <a:bodyPr wrap="square" lIns="144000" tIns="0" rIns="216000" bIns="432000" anchor="t" anchorCtr="0">
            <a:sp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8" name="Subtitle Placeholder">
            <a:extLst>
              <a:ext uri="{FF2B5EF4-FFF2-40B4-BE49-F238E27FC236}">
                <a16:creationId xmlns:a16="http://schemas.microsoft.com/office/drawing/2014/main" id="{0CE0E01D-BA17-DE21-D89B-E2A84E715261}"/>
              </a:ext>
            </a:extLst>
          </p:cNvPr>
          <p:cNvSpPr>
            <a:spLocks noGrp="1"/>
          </p:cNvSpPr>
          <p:nvPr>
            <p:ph type="body" idx="34" hasCustomPrompt="1"/>
          </p:nvPr>
        </p:nvSpPr>
        <p:spPr>
          <a:xfrm>
            <a:off x="1740742" y="2978279"/>
            <a:ext cx="4247309" cy="853050"/>
          </a:xfrm>
        </p:spPr>
        <p:txBody>
          <a:bodyPr wrap="square" lIns="144000" tIns="432000" rIns="216000" bIns="108000" anchor="ctr"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9" name="Овал 78">
            <a:extLst>
              <a:ext uri="{FF2B5EF4-FFF2-40B4-BE49-F238E27FC236}">
                <a16:creationId xmlns:a16="http://schemas.microsoft.com/office/drawing/2014/main" id="{B5B99856-14E4-C188-DA84-5D735938BA59}"/>
              </a:ext>
            </a:extLst>
          </p:cNvPr>
          <p:cNvSpPr/>
          <p:nvPr userDrawn="1"/>
        </p:nvSpPr>
        <p:spPr>
          <a:xfrm>
            <a:off x="996445" y="3388235"/>
            <a:ext cx="720000" cy="72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ru-RU" dirty="0"/>
          </a:p>
        </p:txBody>
      </p:sp>
      <p:pic>
        <p:nvPicPr>
          <p:cNvPr id="81" name="Рисунок 80" descr="Земля контур">
            <a:extLst>
              <a:ext uri="{FF2B5EF4-FFF2-40B4-BE49-F238E27FC236}">
                <a16:creationId xmlns:a16="http://schemas.microsoft.com/office/drawing/2014/main" id="{78D6DFD2-5460-60F2-3B48-CC7011D0029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22445" y="3514235"/>
            <a:ext cx="468000" cy="468000"/>
          </a:xfrm>
          <a:prstGeom prst="rect">
            <a:avLst/>
          </a:prstGeom>
        </p:spPr>
      </p:pic>
      <p:sp>
        <p:nvSpPr>
          <p:cNvPr id="82" name="Прямоугольник: скругленные углы 81">
            <a:extLst>
              <a:ext uri="{FF2B5EF4-FFF2-40B4-BE49-F238E27FC236}">
                <a16:creationId xmlns:a16="http://schemas.microsoft.com/office/drawing/2014/main" id="{2806CA73-889E-99BD-AB74-17AA660B1C68}"/>
              </a:ext>
            </a:extLst>
          </p:cNvPr>
          <p:cNvSpPr/>
          <p:nvPr userDrawn="1"/>
        </p:nvSpPr>
        <p:spPr>
          <a:xfrm>
            <a:off x="587376" y="4741127"/>
            <a:ext cx="5400674" cy="15362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83" name="Text Placeholder">
            <a:extLst>
              <a:ext uri="{FF2B5EF4-FFF2-40B4-BE49-F238E27FC236}">
                <a16:creationId xmlns:a16="http://schemas.microsoft.com/office/drawing/2014/main" id="{0379CA01-EF34-B362-1236-0A56ECAF35A5}"/>
              </a:ext>
            </a:extLst>
          </p:cNvPr>
          <p:cNvSpPr>
            <a:spLocks noGrp="1"/>
          </p:cNvSpPr>
          <p:nvPr>
            <p:ph type="body" idx="35" hasCustomPrompt="1"/>
          </p:nvPr>
        </p:nvSpPr>
        <p:spPr>
          <a:xfrm>
            <a:off x="1740742" y="5607218"/>
            <a:ext cx="4247309" cy="643968"/>
          </a:xfrm>
        </p:spPr>
        <p:txBody>
          <a:bodyPr wrap="square" lIns="144000" tIns="0" rIns="216000" bIns="432000" anchor="t" anchorCtr="0">
            <a:sp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84" name="Subtitle Placeholder">
            <a:extLst>
              <a:ext uri="{FF2B5EF4-FFF2-40B4-BE49-F238E27FC236}">
                <a16:creationId xmlns:a16="http://schemas.microsoft.com/office/drawing/2014/main" id="{8D5ACFE6-7DD5-AD0D-F9DF-EFDF27B91773}"/>
              </a:ext>
            </a:extLst>
          </p:cNvPr>
          <p:cNvSpPr>
            <a:spLocks noGrp="1"/>
          </p:cNvSpPr>
          <p:nvPr>
            <p:ph type="body" idx="36" hasCustomPrompt="1"/>
          </p:nvPr>
        </p:nvSpPr>
        <p:spPr>
          <a:xfrm>
            <a:off x="1740742" y="4739271"/>
            <a:ext cx="4247309" cy="853050"/>
          </a:xfrm>
        </p:spPr>
        <p:txBody>
          <a:bodyPr wrap="square" lIns="144000" tIns="432000" rIns="216000" bIns="108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85" name="Овал 84">
            <a:extLst>
              <a:ext uri="{FF2B5EF4-FFF2-40B4-BE49-F238E27FC236}">
                <a16:creationId xmlns:a16="http://schemas.microsoft.com/office/drawing/2014/main" id="{2371F72E-1D8B-631A-4332-CD24BEB3B292}"/>
              </a:ext>
            </a:extLst>
          </p:cNvPr>
          <p:cNvSpPr/>
          <p:nvPr userDrawn="1"/>
        </p:nvSpPr>
        <p:spPr>
          <a:xfrm>
            <a:off x="996445" y="5149227"/>
            <a:ext cx="720000" cy="720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ru-RU" dirty="0"/>
          </a:p>
        </p:txBody>
      </p:sp>
      <p:pic>
        <p:nvPicPr>
          <p:cNvPr id="86" name="Рисунок 85" descr="Конверт контур">
            <a:extLst>
              <a:ext uri="{FF2B5EF4-FFF2-40B4-BE49-F238E27FC236}">
                <a16:creationId xmlns:a16="http://schemas.microsoft.com/office/drawing/2014/main" id="{8CBBE48F-5968-79CF-E25D-6EFC5A7EBA4F}"/>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1122445" y="5275227"/>
            <a:ext cx="468000" cy="468000"/>
          </a:xfrm>
          <a:prstGeom prst="rect">
            <a:avLst/>
          </a:prstGeom>
        </p:spPr>
      </p:pic>
      <p:sp>
        <p:nvSpPr>
          <p:cNvPr id="87" name="Прямоугольник: скругленные углы 86">
            <a:extLst>
              <a:ext uri="{FF2B5EF4-FFF2-40B4-BE49-F238E27FC236}">
                <a16:creationId xmlns:a16="http://schemas.microsoft.com/office/drawing/2014/main" id="{FDBAC5C0-B2D0-22D5-FB6D-AC671B25CEFD}"/>
              </a:ext>
            </a:extLst>
          </p:cNvPr>
          <p:cNvSpPr/>
          <p:nvPr userDrawn="1"/>
        </p:nvSpPr>
        <p:spPr>
          <a:xfrm>
            <a:off x="6203950" y="2974204"/>
            <a:ext cx="5400674" cy="15362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88" name="Text Placeholder">
            <a:extLst>
              <a:ext uri="{FF2B5EF4-FFF2-40B4-BE49-F238E27FC236}">
                <a16:creationId xmlns:a16="http://schemas.microsoft.com/office/drawing/2014/main" id="{88722988-0AC6-CA7A-58F2-01AE10C33127}"/>
              </a:ext>
            </a:extLst>
          </p:cNvPr>
          <p:cNvSpPr>
            <a:spLocks noGrp="1"/>
          </p:cNvSpPr>
          <p:nvPr>
            <p:ph type="body" idx="37" hasCustomPrompt="1"/>
          </p:nvPr>
        </p:nvSpPr>
        <p:spPr>
          <a:xfrm>
            <a:off x="7357316" y="3840295"/>
            <a:ext cx="4247309" cy="643968"/>
          </a:xfrm>
        </p:spPr>
        <p:txBody>
          <a:bodyPr wrap="square" lIns="144000" tIns="0" rIns="216000" bIns="432000" anchor="t" anchorCtr="0">
            <a:sp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89" name="Subtitle Placeholder">
            <a:extLst>
              <a:ext uri="{FF2B5EF4-FFF2-40B4-BE49-F238E27FC236}">
                <a16:creationId xmlns:a16="http://schemas.microsoft.com/office/drawing/2014/main" id="{465688B2-7F50-43A5-E8F0-1F05104DD300}"/>
              </a:ext>
            </a:extLst>
          </p:cNvPr>
          <p:cNvSpPr>
            <a:spLocks noGrp="1"/>
          </p:cNvSpPr>
          <p:nvPr>
            <p:ph type="body" idx="38" hasCustomPrompt="1"/>
          </p:nvPr>
        </p:nvSpPr>
        <p:spPr>
          <a:xfrm>
            <a:off x="7357316" y="2972348"/>
            <a:ext cx="4247309" cy="853050"/>
          </a:xfrm>
        </p:spPr>
        <p:txBody>
          <a:bodyPr wrap="square" lIns="144000" tIns="432000" rIns="216000" bIns="108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90" name="Овал 89">
            <a:extLst>
              <a:ext uri="{FF2B5EF4-FFF2-40B4-BE49-F238E27FC236}">
                <a16:creationId xmlns:a16="http://schemas.microsoft.com/office/drawing/2014/main" id="{49A0DA05-F703-F696-2F35-DFB771E43ED8}"/>
              </a:ext>
            </a:extLst>
          </p:cNvPr>
          <p:cNvSpPr/>
          <p:nvPr userDrawn="1"/>
        </p:nvSpPr>
        <p:spPr>
          <a:xfrm>
            <a:off x="6613019" y="3382304"/>
            <a:ext cx="720000" cy="720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ru-RU" dirty="0"/>
          </a:p>
        </p:txBody>
      </p:sp>
      <p:pic>
        <p:nvPicPr>
          <p:cNvPr id="91" name="Рисунок 90" descr="Телефонная трубка контур">
            <a:extLst>
              <a:ext uri="{FF2B5EF4-FFF2-40B4-BE49-F238E27FC236}">
                <a16:creationId xmlns:a16="http://schemas.microsoft.com/office/drawing/2014/main" id="{A5FD44D0-A87A-BF77-BF02-4C33813660A5}"/>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6739019" y="3508304"/>
            <a:ext cx="468000" cy="468000"/>
          </a:xfrm>
          <a:prstGeom prst="rect">
            <a:avLst/>
          </a:prstGeom>
        </p:spPr>
      </p:pic>
      <p:sp>
        <p:nvSpPr>
          <p:cNvPr id="92" name="Прямоугольник: скругленные углы 91">
            <a:extLst>
              <a:ext uri="{FF2B5EF4-FFF2-40B4-BE49-F238E27FC236}">
                <a16:creationId xmlns:a16="http://schemas.microsoft.com/office/drawing/2014/main" id="{107468C7-CBD6-7EA7-DA67-999D39C36E9B}"/>
              </a:ext>
            </a:extLst>
          </p:cNvPr>
          <p:cNvSpPr/>
          <p:nvPr userDrawn="1"/>
        </p:nvSpPr>
        <p:spPr>
          <a:xfrm>
            <a:off x="6203950" y="4735196"/>
            <a:ext cx="5400674" cy="1536200"/>
          </a:xfrm>
          <a:prstGeom prst="roundRect">
            <a:avLst>
              <a:gd name="adj" fmla="val 178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93" name="Text Placeholder">
            <a:extLst>
              <a:ext uri="{FF2B5EF4-FFF2-40B4-BE49-F238E27FC236}">
                <a16:creationId xmlns:a16="http://schemas.microsoft.com/office/drawing/2014/main" id="{75F1955C-F892-EFEB-2FB8-41DF267CEC0F}"/>
              </a:ext>
            </a:extLst>
          </p:cNvPr>
          <p:cNvSpPr>
            <a:spLocks noGrp="1"/>
          </p:cNvSpPr>
          <p:nvPr>
            <p:ph type="body" idx="39" hasCustomPrompt="1"/>
          </p:nvPr>
        </p:nvSpPr>
        <p:spPr>
          <a:xfrm>
            <a:off x="7357316" y="5601287"/>
            <a:ext cx="4247309" cy="643968"/>
          </a:xfrm>
        </p:spPr>
        <p:txBody>
          <a:bodyPr wrap="square" lIns="144000" tIns="0" rIns="216000" bIns="432000" anchor="t" anchorCtr="0">
            <a:sp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94" name="Subtitle Placeholder">
            <a:extLst>
              <a:ext uri="{FF2B5EF4-FFF2-40B4-BE49-F238E27FC236}">
                <a16:creationId xmlns:a16="http://schemas.microsoft.com/office/drawing/2014/main" id="{44619C4C-788B-63FF-E997-77FF0521EF5C}"/>
              </a:ext>
            </a:extLst>
          </p:cNvPr>
          <p:cNvSpPr>
            <a:spLocks noGrp="1"/>
          </p:cNvSpPr>
          <p:nvPr>
            <p:ph type="body" idx="40" hasCustomPrompt="1"/>
          </p:nvPr>
        </p:nvSpPr>
        <p:spPr>
          <a:xfrm>
            <a:off x="7357316" y="4733340"/>
            <a:ext cx="4247309" cy="853050"/>
          </a:xfrm>
        </p:spPr>
        <p:txBody>
          <a:bodyPr wrap="square" lIns="144000" tIns="432000" rIns="216000" bIns="108000" anchor="ctr"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95" name="Овал 94">
            <a:extLst>
              <a:ext uri="{FF2B5EF4-FFF2-40B4-BE49-F238E27FC236}">
                <a16:creationId xmlns:a16="http://schemas.microsoft.com/office/drawing/2014/main" id="{33900621-60F7-D7F7-B656-943412E484D3}"/>
              </a:ext>
            </a:extLst>
          </p:cNvPr>
          <p:cNvSpPr/>
          <p:nvPr userDrawn="1"/>
        </p:nvSpPr>
        <p:spPr>
          <a:xfrm>
            <a:off x="6613019" y="5143296"/>
            <a:ext cx="720000" cy="72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ru-RU" dirty="0"/>
          </a:p>
        </p:txBody>
      </p:sp>
      <p:pic>
        <p:nvPicPr>
          <p:cNvPr id="96" name="Рисунок 95" descr="Карта с кнопкой контур">
            <a:extLst>
              <a:ext uri="{FF2B5EF4-FFF2-40B4-BE49-F238E27FC236}">
                <a16:creationId xmlns:a16="http://schemas.microsoft.com/office/drawing/2014/main" id="{D6E0B35F-D83D-A9C2-E68A-D1D7D220D845}"/>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6739019" y="5269296"/>
            <a:ext cx="468000" cy="468000"/>
          </a:xfrm>
          <a:prstGeom prst="rect">
            <a:avLst/>
          </a:prstGeom>
        </p:spPr>
      </p:pic>
      <p:sp>
        <p:nvSpPr>
          <p:cNvPr id="2" name="Footer Placeholder">
            <a:extLst>
              <a:ext uri="{FF2B5EF4-FFF2-40B4-BE49-F238E27FC236}">
                <a16:creationId xmlns:a16="http://schemas.microsoft.com/office/drawing/2014/main" id="{64420ED3-B3A6-3C7A-8059-0287F6677C1E}"/>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40271558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act Us S05V2">
    <p:bg>
      <p:bgPr>
        <a:solidFill>
          <a:schemeClr val="tx1"/>
        </a:solidFill>
        <a:effectLst/>
      </p:bgPr>
    </p:bg>
    <p:spTree>
      <p:nvGrpSpPr>
        <p:cNvPr id="1" name=""/>
        <p:cNvGrpSpPr/>
        <p:nvPr/>
      </p:nvGrpSpPr>
      <p:grpSpPr>
        <a:xfrm>
          <a:off x="0" y="0"/>
          <a:ext cx="0" cy="0"/>
          <a:chOff x="0" y="0"/>
          <a:chExt cx="0" cy="0"/>
        </a:xfrm>
      </p:grpSpPr>
      <p:sp>
        <p:nvSpPr>
          <p:cNvPr id="70" name="Заголовок 1">
            <a:extLst>
              <a:ext uri="{FF2B5EF4-FFF2-40B4-BE49-F238E27FC236}">
                <a16:creationId xmlns:a16="http://schemas.microsoft.com/office/drawing/2014/main" id="{B950E827-7744-06CC-4A92-ED84FADCB8C9}"/>
              </a:ext>
            </a:extLst>
          </p:cNvPr>
          <p:cNvSpPr>
            <a:spLocks noGrp="1"/>
          </p:cNvSpPr>
          <p:nvPr>
            <p:ph type="title" hasCustomPrompt="1"/>
          </p:nvPr>
        </p:nvSpPr>
        <p:spPr>
          <a:xfrm>
            <a:off x="597208" y="1309407"/>
            <a:ext cx="5400674" cy="1329595"/>
          </a:xfrm>
          <a:prstGeom prst="rect">
            <a:avLst/>
          </a:prstGeom>
        </p:spPr>
        <p:txBody>
          <a:bodyPr vert="horz" wrap="square" lIns="0" tIns="0" rIns="0" bIns="0" rtlCol="0" anchor="ctr" anchorCtr="0">
            <a:noAutofit/>
          </a:bodyPr>
          <a:lstStyle>
            <a:lvl1pPr>
              <a:defRPr sz="4800">
                <a:solidFill>
                  <a:schemeClr val="bg1"/>
                </a:solidFill>
              </a:defRPr>
            </a:lvl1pPr>
          </a:lstStyle>
          <a:p>
            <a:pPr lvl="0"/>
            <a:r>
              <a:rPr lang="en-US" dirty="0"/>
              <a:t>Click to edit Master text styles</a:t>
            </a:r>
            <a:endParaRPr lang="ru-RU" dirty="0"/>
          </a:p>
        </p:txBody>
      </p:sp>
      <p:sp>
        <p:nvSpPr>
          <p:cNvPr id="74" name="Прямоугольник: скругленные углы 73">
            <a:extLst>
              <a:ext uri="{FF2B5EF4-FFF2-40B4-BE49-F238E27FC236}">
                <a16:creationId xmlns:a16="http://schemas.microsoft.com/office/drawing/2014/main" id="{DCFDCFAF-A56E-A8A6-862C-5DAC926C881C}"/>
              </a:ext>
            </a:extLst>
          </p:cNvPr>
          <p:cNvSpPr/>
          <p:nvPr userDrawn="1"/>
        </p:nvSpPr>
        <p:spPr>
          <a:xfrm>
            <a:off x="587376" y="2980135"/>
            <a:ext cx="5400674" cy="1536200"/>
          </a:xfrm>
          <a:prstGeom prst="roundRect">
            <a:avLst>
              <a:gd name="adj" fmla="val 1787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accent1"/>
              </a:solidFill>
            </a:endParaRPr>
          </a:p>
        </p:txBody>
      </p:sp>
      <p:sp>
        <p:nvSpPr>
          <p:cNvPr id="77" name="Text Placeholder">
            <a:extLst>
              <a:ext uri="{FF2B5EF4-FFF2-40B4-BE49-F238E27FC236}">
                <a16:creationId xmlns:a16="http://schemas.microsoft.com/office/drawing/2014/main" id="{27CBD874-7E6F-8193-0471-01066214C396}"/>
              </a:ext>
            </a:extLst>
          </p:cNvPr>
          <p:cNvSpPr>
            <a:spLocks noGrp="1"/>
          </p:cNvSpPr>
          <p:nvPr>
            <p:ph type="body" idx="33" hasCustomPrompt="1"/>
          </p:nvPr>
        </p:nvSpPr>
        <p:spPr>
          <a:xfrm>
            <a:off x="1740742" y="3846226"/>
            <a:ext cx="4247309" cy="643968"/>
          </a:xfrm>
        </p:spPr>
        <p:txBody>
          <a:bodyPr wrap="square" lIns="144000" tIns="0" rIns="216000" bIns="432000" anchor="t" anchorCtr="0">
            <a:spAutoFit/>
          </a:bodyPr>
          <a:lstStyle>
            <a:lvl1pPr marL="0" indent="0" algn="l">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8" name="Subtitle Placeholder">
            <a:extLst>
              <a:ext uri="{FF2B5EF4-FFF2-40B4-BE49-F238E27FC236}">
                <a16:creationId xmlns:a16="http://schemas.microsoft.com/office/drawing/2014/main" id="{0CE0E01D-BA17-DE21-D89B-E2A84E715261}"/>
              </a:ext>
            </a:extLst>
          </p:cNvPr>
          <p:cNvSpPr>
            <a:spLocks noGrp="1"/>
          </p:cNvSpPr>
          <p:nvPr>
            <p:ph type="body" idx="34" hasCustomPrompt="1"/>
          </p:nvPr>
        </p:nvSpPr>
        <p:spPr>
          <a:xfrm>
            <a:off x="1740742" y="2978279"/>
            <a:ext cx="4247309" cy="853050"/>
          </a:xfrm>
        </p:spPr>
        <p:txBody>
          <a:bodyPr wrap="square" lIns="144000" tIns="432000" rIns="216000" bIns="108000" anchor="ctr" anchorCtr="0">
            <a:spAutoFit/>
          </a:bodyPr>
          <a:lstStyle>
            <a:lvl1pPr marL="0" indent="0" algn="l">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79" name="Овал 78">
            <a:extLst>
              <a:ext uri="{FF2B5EF4-FFF2-40B4-BE49-F238E27FC236}">
                <a16:creationId xmlns:a16="http://schemas.microsoft.com/office/drawing/2014/main" id="{B5B99856-14E4-C188-DA84-5D735938BA59}"/>
              </a:ext>
            </a:extLst>
          </p:cNvPr>
          <p:cNvSpPr/>
          <p:nvPr userDrawn="1"/>
        </p:nvSpPr>
        <p:spPr>
          <a:xfrm>
            <a:off x="996445" y="3388235"/>
            <a:ext cx="720000" cy="720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ru-RU" dirty="0"/>
          </a:p>
        </p:txBody>
      </p:sp>
      <p:pic>
        <p:nvPicPr>
          <p:cNvPr id="81" name="Рисунок 80" descr="Земля контур">
            <a:extLst>
              <a:ext uri="{FF2B5EF4-FFF2-40B4-BE49-F238E27FC236}">
                <a16:creationId xmlns:a16="http://schemas.microsoft.com/office/drawing/2014/main" id="{78D6DFD2-5460-60F2-3B48-CC7011D0029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22445" y="3514235"/>
            <a:ext cx="468000" cy="468000"/>
          </a:xfrm>
          <a:prstGeom prst="rect">
            <a:avLst/>
          </a:prstGeom>
        </p:spPr>
      </p:pic>
      <p:sp>
        <p:nvSpPr>
          <p:cNvPr id="82" name="Прямоугольник: скругленные углы 81">
            <a:extLst>
              <a:ext uri="{FF2B5EF4-FFF2-40B4-BE49-F238E27FC236}">
                <a16:creationId xmlns:a16="http://schemas.microsoft.com/office/drawing/2014/main" id="{2806CA73-889E-99BD-AB74-17AA660B1C68}"/>
              </a:ext>
            </a:extLst>
          </p:cNvPr>
          <p:cNvSpPr/>
          <p:nvPr userDrawn="1"/>
        </p:nvSpPr>
        <p:spPr>
          <a:xfrm>
            <a:off x="587376" y="4741127"/>
            <a:ext cx="5400674" cy="15362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83" name="Text Placeholder">
            <a:extLst>
              <a:ext uri="{FF2B5EF4-FFF2-40B4-BE49-F238E27FC236}">
                <a16:creationId xmlns:a16="http://schemas.microsoft.com/office/drawing/2014/main" id="{0379CA01-EF34-B362-1236-0A56ECAF35A5}"/>
              </a:ext>
            </a:extLst>
          </p:cNvPr>
          <p:cNvSpPr>
            <a:spLocks noGrp="1"/>
          </p:cNvSpPr>
          <p:nvPr>
            <p:ph type="body" idx="35" hasCustomPrompt="1"/>
          </p:nvPr>
        </p:nvSpPr>
        <p:spPr>
          <a:xfrm>
            <a:off x="1740742" y="5607218"/>
            <a:ext cx="4247309" cy="643968"/>
          </a:xfrm>
        </p:spPr>
        <p:txBody>
          <a:bodyPr wrap="square" lIns="144000" tIns="0" rIns="216000" bIns="432000" anchor="t" anchorCtr="0">
            <a:sp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84" name="Subtitle Placeholder">
            <a:extLst>
              <a:ext uri="{FF2B5EF4-FFF2-40B4-BE49-F238E27FC236}">
                <a16:creationId xmlns:a16="http://schemas.microsoft.com/office/drawing/2014/main" id="{8D5ACFE6-7DD5-AD0D-F9DF-EFDF27B91773}"/>
              </a:ext>
            </a:extLst>
          </p:cNvPr>
          <p:cNvSpPr>
            <a:spLocks noGrp="1"/>
          </p:cNvSpPr>
          <p:nvPr>
            <p:ph type="body" idx="36" hasCustomPrompt="1"/>
          </p:nvPr>
        </p:nvSpPr>
        <p:spPr>
          <a:xfrm>
            <a:off x="1740742" y="4739271"/>
            <a:ext cx="4247309" cy="853050"/>
          </a:xfrm>
        </p:spPr>
        <p:txBody>
          <a:bodyPr wrap="square" lIns="144000" tIns="432000" rIns="216000" bIns="108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85" name="Овал 84">
            <a:extLst>
              <a:ext uri="{FF2B5EF4-FFF2-40B4-BE49-F238E27FC236}">
                <a16:creationId xmlns:a16="http://schemas.microsoft.com/office/drawing/2014/main" id="{2371F72E-1D8B-631A-4332-CD24BEB3B292}"/>
              </a:ext>
            </a:extLst>
          </p:cNvPr>
          <p:cNvSpPr/>
          <p:nvPr userDrawn="1"/>
        </p:nvSpPr>
        <p:spPr>
          <a:xfrm>
            <a:off x="996445" y="5149227"/>
            <a:ext cx="720000" cy="720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ru-RU" dirty="0"/>
          </a:p>
        </p:txBody>
      </p:sp>
      <p:pic>
        <p:nvPicPr>
          <p:cNvPr id="86" name="Рисунок 85" descr="Конверт контур">
            <a:extLst>
              <a:ext uri="{FF2B5EF4-FFF2-40B4-BE49-F238E27FC236}">
                <a16:creationId xmlns:a16="http://schemas.microsoft.com/office/drawing/2014/main" id="{8CBBE48F-5968-79CF-E25D-6EFC5A7EBA4F}"/>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1122445" y="5275227"/>
            <a:ext cx="468000" cy="468000"/>
          </a:xfrm>
          <a:prstGeom prst="rect">
            <a:avLst/>
          </a:prstGeom>
        </p:spPr>
      </p:pic>
      <p:sp>
        <p:nvSpPr>
          <p:cNvPr id="87" name="Прямоугольник: скругленные углы 86">
            <a:extLst>
              <a:ext uri="{FF2B5EF4-FFF2-40B4-BE49-F238E27FC236}">
                <a16:creationId xmlns:a16="http://schemas.microsoft.com/office/drawing/2014/main" id="{FDBAC5C0-B2D0-22D5-FB6D-AC671B25CEFD}"/>
              </a:ext>
            </a:extLst>
          </p:cNvPr>
          <p:cNvSpPr/>
          <p:nvPr userDrawn="1"/>
        </p:nvSpPr>
        <p:spPr>
          <a:xfrm>
            <a:off x="6203950" y="2974204"/>
            <a:ext cx="5400674" cy="15362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88" name="Text Placeholder">
            <a:extLst>
              <a:ext uri="{FF2B5EF4-FFF2-40B4-BE49-F238E27FC236}">
                <a16:creationId xmlns:a16="http://schemas.microsoft.com/office/drawing/2014/main" id="{88722988-0AC6-CA7A-58F2-01AE10C33127}"/>
              </a:ext>
            </a:extLst>
          </p:cNvPr>
          <p:cNvSpPr>
            <a:spLocks noGrp="1"/>
          </p:cNvSpPr>
          <p:nvPr>
            <p:ph type="body" idx="37" hasCustomPrompt="1"/>
          </p:nvPr>
        </p:nvSpPr>
        <p:spPr>
          <a:xfrm>
            <a:off x="7357316" y="3840295"/>
            <a:ext cx="4247309" cy="643968"/>
          </a:xfrm>
        </p:spPr>
        <p:txBody>
          <a:bodyPr wrap="square" lIns="144000" tIns="0" rIns="216000" bIns="432000" anchor="t" anchorCtr="0">
            <a:sp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89" name="Subtitle Placeholder">
            <a:extLst>
              <a:ext uri="{FF2B5EF4-FFF2-40B4-BE49-F238E27FC236}">
                <a16:creationId xmlns:a16="http://schemas.microsoft.com/office/drawing/2014/main" id="{465688B2-7F50-43A5-E8F0-1F05104DD300}"/>
              </a:ext>
            </a:extLst>
          </p:cNvPr>
          <p:cNvSpPr>
            <a:spLocks noGrp="1"/>
          </p:cNvSpPr>
          <p:nvPr>
            <p:ph type="body" idx="38" hasCustomPrompt="1"/>
          </p:nvPr>
        </p:nvSpPr>
        <p:spPr>
          <a:xfrm>
            <a:off x="7357316" y="2972348"/>
            <a:ext cx="4247309" cy="853050"/>
          </a:xfrm>
        </p:spPr>
        <p:txBody>
          <a:bodyPr wrap="square" lIns="144000" tIns="432000" rIns="216000" bIns="108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90" name="Овал 89">
            <a:extLst>
              <a:ext uri="{FF2B5EF4-FFF2-40B4-BE49-F238E27FC236}">
                <a16:creationId xmlns:a16="http://schemas.microsoft.com/office/drawing/2014/main" id="{49A0DA05-F703-F696-2F35-DFB771E43ED8}"/>
              </a:ext>
            </a:extLst>
          </p:cNvPr>
          <p:cNvSpPr/>
          <p:nvPr userDrawn="1"/>
        </p:nvSpPr>
        <p:spPr>
          <a:xfrm>
            <a:off x="6613019" y="3382304"/>
            <a:ext cx="720000" cy="720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ru-RU" dirty="0"/>
          </a:p>
        </p:txBody>
      </p:sp>
      <p:pic>
        <p:nvPicPr>
          <p:cNvPr id="91" name="Рисунок 90" descr="Телефонная трубка контур">
            <a:extLst>
              <a:ext uri="{FF2B5EF4-FFF2-40B4-BE49-F238E27FC236}">
                <a16:creationId xmlns:a16="http://schemas.microsoft.com/office/drawing/2014/main" id="{A5FD44D0-A87A-BF77-BF02-4C33813660A5}"/>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6739019" y="3508304"/>
            <a:ext cx="468000" cy="468000"/>
          </a:xfrm>
          <a:prstGeom prst="rect">
            <a:avLst/>
          </a:prstGeom>
        </p:spPr>
      </p:pic>
      <p:sp>
        <p:nvSpPr>
          <p:cNvPr id="92" name="Прямоугольник: скругленные углы 91">
            <a:extLst>
              <a:ext uri="{FF2B5EF4-FFF2-40B4-BE49-F238E27FC236}">
                <a16:creationId xmlns:a16="http://schemas.microsoft.com/office/drawing/2014/main" id="{107468C7-CBD6-7EA7-DA67-999D39C36E9B}"/>
              </a:ext>
            </a:extLst>
          </p:cNvPr>
          <p:cNvSpPr/>
          <p:nvPr userDrawn="1"/>
        </p:nvSpPr>
        <p:spPr>
          <a:xfrm>
            <a:off x="6203950" y="4735196"/>
            <a:ext cx="5400674" cy="1536200"/>
          </a:xfrm>
          <a:prstGeom prst="roundRect">
            <a:avLst>
              <a:gd name="adj" fmla="val 1787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93" name="Text Placeholder">
            <a:extLst>
              <a:ext uri="{FF2B5EF4-FFF2-40B4-BE49-F238E27FC236}">
                <a16:creationId xmlns:a16="http://schemas.microsoft.com/office/drawing/2014/main" id="{75F1955C-F892-EFEB-2FB8-41DF267CEC0F}"/>
              </a:ext>
            </a:extLst>
          </p:cNvPr>
          <p:cNvSpPr>
            <a:spLocks noGrp="1"/>
          </p:cNvSpPr>
          <p:nvPr>
            <p:ph type="body" idx="39" hasCustomPrompt="1"/>
          </p:nvPr>
        </p:nvSpPr>
        <p:spPr>
          <a:xfrm>
            <a:off x="7357316" y="5601287"/>
            <a:ext cx="4247309" cy="643968"/>
          </a:xfrm>
        </p:spPr>
        <p:txBody>
          <a:bodyPr wrap="square" lIns="144000" tIns="0" rIns="216000" bIns="432000" anchor="t" anchorCtr="0">
            <a:sp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94" name="Subtitle Placeholder">
            <a:extLst>
              <a:ext uri="{FF2B5EF4-FFF2-40B4-BE49-F238E27FC236}">
                <a16:creationId xmlns:a16="http://schemas.microsoft.com/office/drawing/2014/main" id="{44619C4C-788B-63FF-E997-77FF0521EF5C}"/>
              </a:ext>
            </a:extLst>
          </p:cNvPr>
          <p:cNvSpPr>
            <a:spLocks noGrp="1"/>
          </p:cNvSpPr>
          <p:nvPr>
            <p:ph type="body" idx="40" hasCustomPrompt="1"/>
          </p:nvPr>
        </p:nvSpPr>
        <p:spPr>
          <a:xfrm>
            <a:off x="7357316" y="4733340"/>
            <a:ext cx="4247309" cy="853050"/>
          </a:xfrm>
        </p:spPr>
        <p:txBody>
          <a:bodyPr wrap="square" lIns="144000" tIns="432000" rIns="216000" bIns="108000" anchor="ctr" anchorCtr="0">
            <a:sp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95" name="Овал 94">
            <a:extLst>
              <a:ext uri="{FF2B5EF4-FFF2-40B4-BE49-F238E27FC236}">
                <a16:creationId xmlns:a16="http://schemas.microsoft.com/office/drawing/2014/main" id="{33900621-60F7-D7F7-B656-943412E484D3}"/>
              </a:ext>
            </a:extLst>
          </p:cNvPr>
          <p:cNvSpPr/>
          <p:nvPr userDrawn="1"/>
        </p:nvSpPr>
        <p:spPr>
          <a:xfrm>
            <a:off x="6613019" y="5143296"/>
            <a:ext cx="720000" cy="720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endParaRPr lang="ru-RU" dirty="0"/>
          </a:p>
        </p:txBody>
      </p:sp>
      <p:pic>
        <p:nvPicPr>
          <p:cNvPr id="96" name="Рисунок 95" descr="Карта с кнопкой контур">
            <a:extLst>
              <a:ext uri="{FF2B5EF4-FFF2-40B4-BE49-F238E27FC236}">
                <a16:creationId xmlns:a16="http://schemas.microsoft.com/office/drawing/2014/main" id="{D6E0B35F-D83D-A9C2-E68A-D1D7D220D845}"/>
              </a:ext>
            </a:extLst>
          </p:cNvPr>
          <p:cNvPicPr>
            <a:picLocks noChangeAspect="1"/>
          </p:cNvPicPr>
          <p:nvPr userDrawn="1"/>
        </p:nvPicPr>
        <p:blipFill>
          <a:blip r:embed="rId8">
            <a:extLst>
              <a:ext uri="{96DAC541-7B7A-43D3-8B79-37D633B846F1}">
                <asvg:svgBlip xmlns:asvg="http://schemas.microsoft.com/office/drawing/2016/SVG/main" r:embed="rId9"/>
              </a:ext>
            </a:extLst>
          </a:blip>
          <a:srcRect/>
          <a:stretch/>
        </p:blipFill>
        <p:spPr>
          <a:xfrm>
            <a:off x="6739019" y="5269296"/>
            <a:ext cx="468000" cy="468000"/>
          </a:xfrm>
          <a:prstGeom prst="rect">
            <a:avLst/>
          </a:prstGeom>
        </p:spPr>
      </p:pic>
      <p:sp>
        <p:nvSpPr>
          <p:cNvPr id="2" name="Ellipse">
            <a:extLst>
              <a:ext uri="{FF2B5EF4-FFF2-40B4-BE49-F238E27FC236}">
                <a16:creationId xmlns:a16="http://schemas.microsoft.com/office/drawing/2014/main" id="{4888AF0B-A4F3-2D44-01FB-F32B9982E87F}"/>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Ellipse">
            <a:extLst>
              <a:ext uri="{FF2B5EF4-FFF2-40B4-BE49-F238E27FC236}">
                <a16:creationId xmlns:a16="http://schemas.microsoft.com/office/drawing/2014/main" id="{230749D6-BD3D-8F9B-E980-582F7A7422D1}"/>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7A476165-27F1-01EB-EA7F-441DAA76CE3E}"/>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Footer Placeholder">
            <a:extLst>
              <a:ext uri="{FF2B5EF4-FFF2-40B4-BE49-F238E27FC236}">
                <a16:creationId xmlns:a16="http://schemas.microsoft.com/office/drawing/2014/main" id="{2D51EE57-78EA-A021-742F-07A0F3B9CA8D}"/>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7654061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ank You S06V1">
    <p:bg>
      <p:bgPr>
        <a:solidFill>
          <a:schemeClr val="bg1"/>
        </a:solidFill>
        <a:effectLst/>
      </p:bgPr>
    </p:bg>
    <p:spTree>
      <p:nvGrpSpPr>
        <p:cNvPr id="1" name=""/>
        <p:cNvGrpSpPr/>
        <p:nvPr/>
      </p:nvGrpSpPr>
      <p:grpSpPr>
        <a:xfrm>
          <a:off x="0" y="0"/>
          <a:ext cx="0" cy="0"/>
          <a:chOff x="0" y="0"/>
          <a:chExt cx="0" cy="0"/>
        </a:xfrm>
      </p:grpSpPr>
      <p:sp>
        <p:nvSpPr>
          <p:cNvPr id="12" name="Прямоугольник: скругленные углы 11">
            <a:extLst>
              <a:ext uri="{FF2B5EF4-FFF2-40B4-BE49-F238E27FC236}">
                <a16:creationId xmlns:a16="http://schemas.microsoft.com/office/drawing/2014/main" id="{F596C771-9D6A-2271-B4EC-97A223305F32}"/>
              </a:ext>
            </a:extLst>
          </p:cNvPr>
          <p:cNvSpPr/>
          <p:nvPr userDrawn="1"/>
        </p:nvSpPr>
        <p:spPr>
          <a:xfrm>
            <a:off x="587376" y="2189088"/>
            <a:ext cx="8208964" cy="2452360"/>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8" name="Ellipse">
            <a:extLst>
              <a:ext uri="{FF2B5EF4-FFF2-40B4-BE49-F238E27FC236}">
                <a16:creationId xmlns:a16="http://schemas.microsoft.com/office/drawing/2014/main" id="{C43FB968-C913-25B3-5415-2BDC6BE4893E}"/>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A66FD52E-794A-6295-F758-CDAD30C7CDB2}"/>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09E56E65-4BD6-A011-B6FD-B2AB5A645F40}"/>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a:extLst>
              <a:ext uri="{FF2B5EF4-FFF2-40B4-BE49-F238E27FC236}">
                <a16:creationId xmlns:a16="http://schemas.microsoft.com/office/drawing/2014/main" id="{46DB1D11-6333-65CA-5629-8182080EC8C5}"/>
              </a:ext>
            </a:extLst>
          </p:cNvPr>
          <p:cNvSpPr>
            <a:spLocks noGrp="1"/>
          </p:cNvSpPr>
          <p:nvPr>
            <p:ph type="body" idx="24" hasCustomPrompt="1"/>
          </p:nvPr>
        </p:nvSpPr>
        <p:spPr>
          <a:xfrm>
            <a:off x="815187" y="5645931"/>
            <a:ext cx="5172859" cy="615553"/>
          </a:xfrm>
        </p:spPr>
        <p:txBody>
          <a:bodyPr lIns="0" tIns="0" rIns="0" bIns="0" anchor="ctr" anchorCtr="0">
            <a:noAutofit/>
          </a:bodyPr>
          <a:lstStyle>
            <a:lvl1pPr marL="0" indent="0" algn="l">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cxnSp>
        <p:nvCxnSpPr>
          <p:cNvPr id="3" name="Прямая соединительная линия 2">
            <a:extLst>
              <a:ext uri="{FF2B5EF4-FFF2-40B4-BE49-F238E27FC236}">
                <a16:creationId xmlns:a16="http://schemas.microsoft.com/office/drawing/2014/main" id="{A84532CF-A476-D8D8-5C40-BD34B1036356}"/>
              </a:ext>
            </a:extLst>
          </p:cNvPr>
          <p:cNvCxnSpPr>
            <a:cxnSpLocks/>
          </p:cNvCxnSpPr>
          <p:nvPr userDrawn="1"/>
        </p:nvCxnSpPr>
        <p:spPr>
          <a:xfrm>
            <a:off x="588644" y="5645884"/>
            <a:ext cx="0" cy="6156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4" name="Заголовок 1">
            <a:extLst>
              <a:ext uri="{FF2B5EF4-FFF2-40B4-BE49-F238E27FC236}">
                <a16:creationId xmlns:a16="http://schemas.microsoft.com/office/drawing/2014/main" id="{D3F44A23-4EA5-1DB9-8B48-499A732671B1}"/>
              </a:ext>
            </a:extLst>
          </p:cNvPr>
          <p:cNvSpPr>
            <a:spLocks noGrp="1"/>
          </p:cNvSpPr>
          <p:nvPr>
            <p:ph type="title" hasCustomPrompt="1"/>
          </p:nvPr>
        </p:nvSpPr>
        <p:spPr>
          <a:xfrm>
            <a:off x="587375" y="2439416"/>
            <a:ext cx="8208964" cy="2202032"/>
          </a:xfrm>
          <a:prstGeom prst="rect">
            <a:avLst/>
          </a:prstGeom>
        </p:spPr>
        <p:txBody>
          <a:bodyPr vert="horz" wrap="square" lIns="432000" tIns="432000" rIns="432000" bIns="432000" rtlCol="0" anchor="b" anchorCtr="0">
            <a:spAutoFit/>
          </a:bodyPr>
          <a:lstStyle>
            <a:lvl1pPr>
              <a:defRPr sz="4800"/>
            </a:lvl1pPr>
          </a:lstStyle>
          <a:p>
            <a:pPr lvl="0"/>
            <a:r>
              <a:rPr lang="en-US" dirty="0"/>
              <a:t>Click to edit Master text styles</a:t>
            </a:r>
            <a:endParaRPr lang="ru-RU" dirty="0"/>
          </a:p>
        </p:txBody>
      </p:sp>
      <p:sp>
        <p:nvSpPr>
          <p:cNvPr id="13" name="Овал 12">
            <a:extLst>
              <a:ext uri="{FF2B5EF4-FFF2-40B4-BE49-F238E27FC236}">
                <a16:creationId xmlns:a16="http://schemas.microsoft.com/office/drawing/2014/main" id="{CE47C43A-9388-6C35-51DB-7CCACAD686A8}"/>
              </a:ext>
            </a:extLst>
          </p:cNvPr>
          <p:cNvSpPr/>
          <p:nvPr userDrawn="1"/>
        </p:nvSpPr>
        <p:spPr>
          <a:xfrm>
            <a:off x="811139" y="2407449"/>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descr="Стрелка вниз со сплошной заливкой">
            <a:extLst>
              <a:ext uri="{FF2B5EF4-FFF2-40B4-BE49-F238E27FC236}">
                <a16:creationId xmlns:a16="http://schemas.microsoft.com/office/drawing/2014/main" id="{94F9BAF3-3580-4769-7701-1F5A5C73CF60}"/>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734454" y="2504381"/>
            <a:ext cx="562221" cy="238137"/>
          </a:xfrm>
          <a:prstGeom prst="rect">
            <a:avLst/>
          </a:prstGeom>
        </p:spPr>
      </p:pic>
      <p:sp>
        <p:nvSpPr>
          <p:cNvPr id="18" name="Рисунок 19">
            <a:extLst>
              <a:ext uri="{FF2B5EF4-FFF2-40B4-BE49-F238E27FC236}">
                <a16:creationId xmlns:a16="http://schemas.microsoft.com/office/drawing/2014/main" id="{3DB6C672-70F7-F37E-58E2-144E303FA9CB}"/>
              </a:ext>
            </a:extLst>
          </p:cNvPr>
          <p:cNvSpPr>
            <a:spLocks noGrp="1"/>
          </p:cNvSpPr>
          <p:nvPr>
            <p:ph type="pic" sz="quarter" idx="30"/>
          </p:nvPr>
        </p:nvSpPr>
        <p:spPr>
          <a:xfrm>
            <a:off x="9022881" y="584200"/>
            <a:ext cx="2581744" cy="5682659"/>
          </a:xfrm>
          <a:prstGeom prst="roundRect">
            <a:avLst>
              <a:gd name="adj" fmla="val 15237"/>
            </a:avLst>
          </a:prstGeom>
        </p:spPr>
        <p:txBody>
          <a:bodyPr/>
          <a:lstStyle/>
          <a:p>
            <a:endParaRPr lang="ru-RU"/>
          </a:p>
        </p:txBody>
      </p:sp>
      <p:sp>
        <p:nvSpPr>
          <p:cNvPr id="5" name="Footer Placeholder">
            <a:extLst>
              <a:ext uri="{FF2B5EF4-FFF2-40B4-BE49-F238E27FC236}">
                <a16:creationId xmlns:a16="http://schemas.microsoft.com/office/drawing/2014/main" id="{C2D1FA36-DBB6-6EE0-F1E5-F64B26A02002}"/>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0500425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ank You S06V2">
    <p:bg>
      <p:bgPr>
        <a:solidFill>
          <a:schemeClr val="bg1"/>
        </a:solidFill>
        <a:effectLst/>
      </p:bgPr>
    </p:bg>
    <p:spTree>
      <p:nvGrpSpPr>
        <p:cNvPr id="1" name=""/>
        <p:cNvGrpSpPr/>
        <p:nvPr/>
      </p:nvGrpSpPr>
      <p:grpSpPr>
        <a:xfrm>
          <a:off x="0" y="0"/>
          <a:ext cx="0" cy="0"/>
          <a:chOff x="0" y="0"/>
          <a:chExt cx="0" cy="0"/>
        </a:xfrm>
      </p:grpSpPr>
      <p:sp>
        <p:nvSpPr>
          <p:cNvPr id="12" name="Прямоугольник: скругленные углы 11">
            <a:extLst>
              <a:ext uri="{FF2B5EF4-FFF2-40B4-BE49-F238E27FC236}">
                <a16:creationId xmlns:a16="http://schemas.microsoft.com/office/drawing/2014/main" id="{F596C771-9D6A-2271-B4EC-97A223305F32}"/>
              </a:ext>
            </a:extLst>
          </p:cNvPr>
          <p:cNvSpPr/>
          <p:nvPr userDrawn="1"/>
        </p:nvSpPr>
        <p:spPr>
          <a:xfrm>
            <a:off x="587377" y="1957036"/>
            <a:ext cx="5400670" cy="2943927"/>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8" name="Ellipse">
            <a:extLst>
              <a:ext uri="{FF2B5EF4-FFF2-40B4-BE49-F238E27FC236}">
                <a16:creationId xmlns:a16="http://schemas.microsoft.com/office/drawing/2014/main" id="{C43FB968-C913-25B3-5415-2BDC6BE4893E}"/>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A66FD52E-794A-6295-F758-CDAD30C7CDB2}"/>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09E56E65-4BD6-A011-B6FD-B2AB5A645F40}"/>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ext Placeholder">
            <a:extLst>
              <a:ext uri="{FF2B5EF4-FFF2-40B4-BE49-F238E27FC236}">
                <a16:creationId xmlns:a16="http://schemas.microsoft.com/office/drawing/2014/main" id="{46DB1D11-6333-65CA-5629-8182080EC8C5}"/>
              </a:ext>
            </a:extLst>
          </p:cNvPr>
          <p:cNvSpPr>
            <a:spLocks noGrp="1"/>
          </p:cNvSpPr>
          <p:nvPr>
            <p:ph type="body" idx="24" hasCustomPrompt="1"/>
          </p:nvPr>
        </p:nvSpPr>
        <p:spPr>
          <a:xfrm>
            <a:off x="815187" y="5645931"/>
            <a:ext cx="5172859" cy="615553"/>
          </a:xfrm>
        </p:spPr>
        <p:txBody>
          <a:bodyPr lIns="0" tIns="0" rIns="0" bIns="0" anchor="ctr" anchorCtr="0">
            <a:noAutofit/>
          </a:bodyPr>
          <a:lstStyle>
            <a:lvl1pPr marL="0" indent="0" algn="l">
              <a:buNone/>
              <a:defRPr sz="2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cxnSp>
        <p:nvCxnSpPr>
          <p:cNvPr id="3" name="Прямая соединительная линия 2">
            <a:extLst>
              <a:ext uri="{FF2B5EF4-FFF2-40B4-BE49-F238E27FC236}">
                <a16:creationId xmlns:a16="http://schemas.microsoft.com/office/drawing/2014/main" id="{A84532CF-A476-D8D8-5C40-BD34B1036356}"/>
              </a:ext>
            </a:extLst>
          </p:cNvPr>
          <p:cNvCxnSpPr>
            <a:cxnSpLocks/>
          </p:cNvCxnSpPr>
          <p:nvPr userDrawn="1"/>
        </p:nvCxnSpPr>
        <p:spPr>
          <a:xfrm>
            <a:off x="588644" y="5645884"/>
            <a:ext cx="0" cy="6156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4" name="Заголовок 1">
            <a:extLst>
              <a:ext uri="{FF2B5EF4-FFF2-40B4-BE49-F238E27FC236}">
                <a16:creationId xmlns:a16="http://schemas.microsoft.com/office/drawing/2014/main" id="{D3F44A23-4EA5-1DB9-8B48-499A732671B1}"/>
              </a:ext>
            </a:extLst>
          </p:cNvPr>
          <p:cNvSpPr>
            <a:spLocks noGrp="1"/>
          </p:cNvSpPr>
          <p:nvPr>
            <p:ph type="title" hasCustomPrompt="1"/>
          </p:nvPr>
        </p:nvSpPr>
        <p:spPr>
          <a:xfrm>
            <a:off x="587375" y="2698931"/>
            <a:ext cx="5400675" cy="2202032"/>
          </a:xfrm>
          <a:prstGeom prst="rect">
            <a:avLst/>
          </a:prstGeom>
        </p:spPr>
        <p:txBody>
          <a:bodyPr vert="horz" wrap="square" lIns="432000" tIns="432000" rIns="432000" bIns="432000" rtlCol="0" anchor="ctr">
            <a:noAutofit/>
          </a:bodyPr>
          <a:lstStyle>
            <a:lvl1pPr>
              <a:defRPr sz="4800"/>
            </a:lvl1pPr>
          </a:lstStyle>
          <a:p>
            <a:pPr lvl="0"/>
            <a:r>
              <a:rPr lang="en-US" dirty="0"/>
              <a:t>Click to edit Master text styles</a:t>
            </a:r>
            <a:endParaRPr lang="ru-RU" dirty="0"/>
          </a:p>
        </p:txBody>
      </p:sp>
      <p:sp>
        <p:nvSpPr>
          <p:cNvPr id="13" name="Овал 12">
            <a:extLst>
              <a:ext uri="{FF2B5EF4-FFF2-40B4-BE49-F238E27FC236}">
                <a16:creationId xmlns:a16="http://schemas.microsoft.com/office/drawing/2014/main" id="{CE47C43A-9388-6C35-51DB-7CCACAD686A8}"/>
              </a:ext>
            </a:extLst>
          </p:cNvPr>
          <p:cNvSpPr/>
          <p:nvPr userDrawn="1"/>
        </p:nvSpPr>
        <p:spPr>
          <a:xfrm>
            <a:off x="811139" y="2175398"/>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descr="Стрелка вниз со сплошной заливкой">
            <a:extLst>
              <a:ext uri="{FF2B5EF4-FFF2-40B4-BE49-F238E27FC236}">
                <a16:creationId xmlns:a16="http://schemas.microsoft.com/office/drawing/2014/main" id="{94F9BAF3-3580-4769-7701-1F5A5C73CF60}"/>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734454" y="2272330"/>
            <a:ext cx="562221" cy="238137"/>
          </a:xfrm>
          <a:prstGeom prst="rect">
            <a:avLst/>
          </a:prstGeom>
        </p:spPr>
      </p:pic>
      <p:sp>
        <p:nvSpPr>
          <p:cNvPr id="5" name="Рисунок 19">
            <a:extLst>
              <a:ext uri="{FF2B5EF4-FFF2-40B4-BE49-F238E27FC236}">
                <a16:creationId xmlns:a16="http://schemas.microsoft.com/office/drawing/2014/main" id="{37BCFA4B-632C-8E6C-4526-7508245EED41}"/>
              </a:ext>
            </a:extLst>
          </p:cNvPr>
          <p:cNvSpPr>
            <a:spLocks noGrp="1"/>
          </p:cNvSpPr>
          <p:nvPr>
            <p:ph type="pic" sz="quarter" idx="30"/>
          </p:nvPr>
        </p:nvSpPr>
        <p:spPr>
          <a:xfrm>
            <a:off x="6214589" y="584200"/>
            <a:ext cx="5390036" cy="5682659"/>
          </a:xfrm>
          <a:prstGeom prst="roundRect">
            <a:avLst>
              <a:gd name="adj" fmla="val 7615"/>
            </a:avLst>
          </a:prstGeom>
        </p:spPr>
        <p:txBody>
          <a:bodyPr/>
          <a:lstStyle/>
          <a:p>
            <a:endParaRPr lang="ru-RU"/>
          </a:p>
        </p:txBody>
      </p:sp>
      <p:sp>
        <p:nvSpPr>
          <p:cNvPr id="7" name="Footer Placeholder">
            <a:extLst>
              <a:ext uri="{FF2B5EF4-FFF2-40B4-BE49-F238E27FC236}">
                <a16:creationId xmlns:a16="http://schemas.microsoft.com/office/drawing/2014/main" id="{52C7BA5C-558F-9131-AA04-0854F448B814}"/>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1146920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ank You S06V3">
    <p:bg>
      <p:bgPr>
        <a:solidFill>
          <a:schemeClr val="tx1"/>
        </a:solidFill>
        <a:effectLst/>
      </p:bgPr>
    </p:bg>
    <p:spTree>
      <p:nvGrpSpPr>
        <p:cNvPr id="1" name=""/>
        <p:cNvGrpSpPr/>
        <p:nvPr/>
      </p:nvGrpSpPr>
      <p:grpSpPr>
        <a:xfrm>
          <a:off x="0" y="0"/>
          <a:ext cx="0" cy="0"/>
          <a:chOff x="0" y="0"/>
          <a:chExt cx="0" cy="0"/>
        </a:xfrm>
      </p:grpSpPr>
      <p:sp>
        <p:nvSpPr>
          <p:cNvPr id="2" name="Text Placeholder">
            <a:extLst>
              <a:ext uri="{FF2B5EF4-FFF2-40B4-BE49-F238E27FC236}">
                <a16:creationId xmlns:a16="http://schemas.microsoft.com/office/drawing/2014/main" id="{46DB1D11-6333-65CA-5629-8182080EC8C5}"/>
              </a:ext>
            </a:extLst>
          </p:cNvPr>
          <p:cNvSpPr>
            <a:spLocks noGrp="1"/>
          </p:cNvSpPr>
          <p:nvPr>
            <p:ph type="body" idx="24" hasCustomPrompt="1"/>
          </p:nvPr>
        </p:nvSpPr>
        <p:spPr>
          <a:xfrm>
            <a:off x="3631529" y="5658247"/>
            <a:ext cx="5164809" cy="615553"/>
          </a:xfrm>
        </p:spPr>
        <p:txBody>
          <a:bodyPr lIns="0" tIns="0" rIns="0" bIns="0" anchor="ctr" anchorCtr="0">
            <a:noAutofit/>
          </a:bodyPr>
          <a:lstStyle>
            <a:lvl1pPr marL="0" indent="0" algn="l">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cxnSp>
        <p:nvCxnSpPr>
          <p:cNvPr id="3" name="Прямая соединительная линия 2">
            <a:extLst>
              <a:ext uri="{FF2B5EF4-FFF2-40B4-BE49-F238E27FC236}">
                <a16:creationId xmlns:a16="http://schemas.microsoft.com/office/drawing/2014/main" id="{A84532CF-A476-D8D8-5C40-BD34B1036356}"/>
              </a:ext>
            </a:extLst>
          </p:cNvPr>
          <p:cNvCxnSpPr>
            <a:cxnSpLocks/>
          </p:cNvCxnSpPr>
          <p:nvPr userDrawn="1"/>
        </p:nvCxnSpPr>
        <p:spPr>
          <a:xfrm>
            <a:off x="3404986" y="5658200"/>
            <a:ext cx="0" cy="6156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5" name="Ellipse">
            <a:extLst>
              <a:ext uri="{FF2B5EF4-FFF2-40B4-BE49-F238E27FC236}">
                <a16:creationId xmlns:a16="http://schemas.microsoft.com/office/drawing/2014/main" id="{A2BE6F29-F259-720B-0292-124B3E1AD82C}"/>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Ellipse">
            <a:extLst>
              <a:ext uri="{FF2B5EF4-FFF2-40B4-BE49-F238E27FC236}">
                <a16:creationId xmlns:a16="http://schemas.microsoft.com/office/drawing/2014/main" id="{1A8039CF-4BCF-86D2-C4EE-FFF6BA46837C}"/>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Ellipse">
            <a:extLst>
              <a:ext uri="{FF2B5EF4-FFF2-40B4-BE49-F238E27FC236}">
                <a16:creationId xmlns:a16="http://schemas.microsoft.com/office/drawing/2014/main" id="{8654CC54-C14F-3D9F-4D36-909C41E9AC22}"/>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скругленные углы 15">
            <a:extLst>
              <a:ext uri="{FF2B5EF4-FFF2-40B4-BE49-F238E27FC236}">
                <a16:creationId xmlns:a16="http://schemas.microsoft.com/office/drawing/2014/main" id="{9EE84E95-6D3C-AE80-501B-1775DDB5F2B4}"/>
              </a:ext>
            </a:extLst>
          </p:cNvPr>
          <p:cNvSpPr/>
          <p:nvPr userDrawn="1"/>
        </p:nvSpPr>
        <p:spPr>
          <a:xfrm>
            <a:off x="3395661" y="2189088"/>
            <a:ext cx="8208964" cy="2452360"/>
          </a:xfrm>
          <a:prstGeom prst="roundRect">
            <a:avLst>
              <a:gd name="adj" fmla="val 1192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7" name="Заголовок 1">
            <a:extLst>
              <a:ext uri="{FF2B5EF4-FFF2-40B4-BE49-F238E27FC236}">
                <a16:creationId xmlns:a16="http://schemas.microsoft.com/office/drawing/2014/main" id="{2EF94149-2595-C1B0-1598-4D4C28928220}"/>
              </a:ext>
            </a:extLst>
          </p:cNvPr>
          <p:cNvSpPr>
            <a:spLocks noGrp="1"/>
          </p:cNvSpPr>
          <p:nvPr>
            <p:ph type="title" hasCustomPrompt="1"/>
          </p:nvPr>
        </p:nvSpPr>
        <p:spPr>
          <a:xfrm>
            <a:off x="3395660" y="2439416"/>
            <a:ext cx="8208964" cy="2202032"/>
          </a:xfrm>
          <a:prstGeom prst="rect">
            <a:avLst/>
          </a:prstGeom>
        </p:spPr>
        <p:txBody>
          <a:bodyPr vert="horz" wrap="square" lIns="432000" tIns="432000" rIns="432000" bIns="432000" rtlCol="0" anchor="b" anchorCtr="0">
            <a:spAutoFit/>
          </a:bodyPr>
          <a:lstStyle>
            <a:lvl1pPr>
              <a:defRPr sz="4800">
                <a:solidFill>
                  <a:schemeClr val="bg1"/>
                </a:solidFill>
              </a:defRPr>
            </a:lvl1pPr>
          </a:lstStyle>
          <a:p>
            <a:pPr lvl="0"/>
            <a:r>
              <a:rPr lang="en-US" dirty="0"/>
              <a:t>Click to edit Master text styles</a:t>
            </a:r>
            <a:endParaRPr lang="ru-RU" dirty="0"/>
          </a:p>
        </p:txBody>
      </p:sp>
      <p:sp>
        <p:nvSpPr>
          <p:cNvPr id="18" name="Овал 17">
            <a:extLst>
              <a:ext uri="{FF2B5EF4-FFF2-40B4-BE49-F238E27FC236}">
                <a16:creationId xmlns:a16="http://schemas.microsoft.com/office/drawing/2014/main" id="{752AE3F4-427A-FCD7-DB83-ABBB289B71A3}"/>
              </a:ext>
            </a:extLst>
          </p:cNvPr>
          <p:cNvSpPr/>
          <p:nvPr userDrawn="1"/>
        </p:nvSpPr>
        <p:spPr>
          <a:xfrm>
            <a:off x="3619424" y="2407449"/>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9" name="Рисунок 18" descr="Стрелка вниз со сплошной заливкой">
            <a:extLst>
              <a:ext uri="{FF2B5EF4-FFF2-40B4-BE49-F238E27FC236}">
                <a16:creationId xmlns:a16="http://schemas.microsoft.com/office/drawing/2014/main" id="{D5F8561D-33EF-4066-DB18-9687FA11C4AD}"/>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8900000">
            <a:off x="3542739" y="2504381"/>
            <a:ext cx="562221" cy="238137"/>
          </a:xfrm>
          <a:prstGeom prst="rect">
            <a:avLst/>
          </a:prstGeom>
        </p:spPr>
      </p:pic>
      <p:sp>
        <p:nvSpPr>
          <p:cNvPr id="4" name="Footer Placeholder">
            <a:extLst>
              <a:ext uri="{FF2B5EF4-FFF2-40B4-BE49-F238E27FC236}">
                <a16:creationId xmlns:a16="http://schemas.microsoft.com/office/drawing/2014/main" id="{DC9092AA-B974-4C2E-0C53-02E3484F263D}"/>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9992411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am S07V1">
    <p:bg>
      <p:bgPr>
        <a:solidFill>
          <a:schemeClr val="bg1"/>
        </a:solidFill>
        <a:effectLst/>
      </p:bgPr>
    </p:bg>
    <p:spTree>
      <p:nvGrpSpPr>
        <p:cNvPr id="1" name=""/>
        <p:cNvGrpSpPr/>
        <p:nvPr/>
      </p:nvGrpSpPr>
      <p:grpSpPr>
        <a:xfrm>
          <a:off x="0" y="0"/>
          <a:ext cx="0" cy="0"/>
          <a:chOff x="0" y="0"/>
          <a:chExt cx="0" cy="0"/>
        </a:xfrm>
      </p:grpSpPr>
      <p:sp>
        <p:nvSpPr>
          <p:cNvPr id="8" name="Ellipse">
            <a:extLst>
              <a:ext uri="{FF2B5EF4-FFF2-40B4-BE49-F238E27FC236}">
                <a16:creationId xmlns:a16="http://schemas.microsoft.com/office/drawing/2014/main" id="{C43FB968-C913-25B3-5415-2BDC6BE4893E}"/>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A66FD52E-794A-6295-F758-CDAD30C7CDB2}"/>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09E56E65-4BD6-A011-B6FD-B2AB5A645F40}"/>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Прямоугольник: скругленные углы 1">
            <a:extLst>
              <a:ext uri="{FF2B5EF4-FFF2-40B4-BE49-F238E27FC236}">
                <a16:creationId xmlns:a16="http://schemas.microsoft.com/office/drawing/2014/main" id="{A4E95F1D-6562-13B9-A39C-8B75C2BDB5D0}"/>
              </a:ext>
            </a:extLst>
          </p:cNvPr>
          <p:cNvSpPr/>
          <p:nvPr userDrawn="1"/>
        </p:nvSpPr>
        <p:spPr>
          <a:xfrm>
            <a:off x="4332288" y="3035406"/>
            <a:ext cx="7256781" cy="3238394"/>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Text Placeholder">
            <a:extLst>
              <a:ext uri="{FF2B5EF4-FFF2-40B4-BE49-F238E27FC236}">
                <a16:creationId xmlns:a16="http://schemas.microsoft.com/office/drawing/2014/main" id="{E5C1DD2B-0616-D3E8-587C-730D5008E1C1}"/>
              </a:ext>
            </a:extLst>
          </p:cNvPr>
          <p:cNvSpPr>
            <a:spLocks noGrp="1"/>
          </p:cNvSpPr>
          <p:nvPr>
            <p:ph type="body" idx="26" hasCustomPrompt="1"/>
          </p:nvPr>
        </p:nvSpPr>
        <p:spPr>
          <a:xfrm>
            <a:off x="4332288" y="4365364"/>
            <a:ext cx="7272338" cy="1890463"/>
          </a:xfrm>
        </p:spPr>
        <p:txBody>
          <a:bodyPr lIns="216000" tIns="0" rIns="216000" bIns="432000" anchor="t"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ru-RU" dirty="0"/>
            </a:br>
            <a:endParaRPr lang="ru-RU" dirty="0"/>
          </a:p>
        </p:txBody>
      </p:sp>
      <p:sp>
        <p:nvSpPr>
          <p:cNvPr id="4" name="Subtitle Placeholder">
            <a:extLst>
              <a:ext uri="{FF2B5EF4-FFF2-40B4-BE49-F238E27FC236}">
                <a16:creationId xmlns:a16="http://schemas.microsoft.com/office/drawing/2014/main" id="{3211B20F-CA56-41DD-A929-118ADB587E47}"/>
              </a:ext>
            </a:extLst>
          </p:cNvPr>
          <p:cNvSpPr>
            <a:spLocks noGrp="1"/>
          </p:cNvSpPr>
          <p:nvPr>
            <p:ph type="body" idx="27" hasCustomPrompt="1"/>
          </p:nvPr>
        </p:nvSpPr>
        <p:spPr>
          <a:xfrm>
            <a:off x="4332288" y="3047917"/>
            <a:ext cx="7272338" cy="853050"/>
          </a:xfrm>
        </p:spPr>
        <p:txBody>
          <a:bodyPr wrap="square" lIns="216000" tIns="432000" rIns="216000" bIns="108000" anchor="ctr"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Заголовок 1">
            <a:extLst>
              <a:ext uri="{FF2B5EF4-FFF2-40B4-BE49-F238E27FC236}">
                <a16:creationId xmlns:a16="http://schemas.microsoft.com/office/drawing/2014/main" id="{2F1AC448-93BE-1A66-9D52-06ABE471EBF7}"/>
              </a:ext>
            </a:extLst>
          </p:cNvPr>
          <p:cNvSpPr>
            <a:spLocks noGrp="1"/>
          </p:cNvSpPr>
          <p:nvPr>
            <p:ph type="title" hasCustomPrompt="1"/>
          </p:nvPr>
        </p:nvSpPr>
        <p:spPr>
          <a:xfrm>
            <a:off x="4347845" y="1309407"/>
            <a:ext cx="7256781" cy="664797"/>
          </a:xfrm>
          <a:prstGeom prst="rect">
            <a:avLst/>
          </a:prstGeom>
        </p:spPr>
        <p:txBody>
          <a:bodyPr vert="horz" wrap="square" lIns="0" tIns="0" rIns="0" bIns="0" rtlCol="0" anchor="t" anchorCtr="0">
            <a:noAutofit/>
          </a:bodyPr>
          <a:lstStyle>
            <a:lvl1pPr algn="r">
              <a:defRPr sz="4800"/>
            </a:lvl1pPr>
          </a:lstStyle>
          <a:p>
            <a:pPr lvl="0"/>
            <a:r>
              <a:rPr lang="en-US" dirty="0"/>
              <a:t>Click to edit Master text</a:t>
            </a:r>
            <a:endParaRPr lang="ru-RU" dirty="0"/>
          </a:p>
        </p:txBody>
      </p:sp>
      <p:sp>
        <p:nvSpPr>
          <p:cNvPr id="7" name="Description Placeholder">
            <a:extLst>
              <a:ext uri="{FF2B5EF4-FFF2-40B4-BE49-F238E27FC236}">
                <a16:creationId xmlns:a16="http://schemas.microsoft.com/office/drawing/2014/main" id="{40AC7FA7-C420-D243-D5A3-F0FFB60EABB7}"/>
              </a:ext>
            </a:extLst>
          </p:cNvPr>
          <p:cNvSpPr>
            <a:spLocks noGrp="1"/>
          </p:cNvSpPr>
          <p:nvPr>
            <p:ph type="body" idx="37" hasCustomPrompt="1"/>
          </p:nvPr>
        </p:nvSpPr>
        <p:spPr>
          <a:xfrm>
            <a:off x="4332288" y="3921532"/>
            <a:ext cx="7272338" cy="425859"/>
          </a:xfrm>
        </p:spPr>
        <p:txBody>
          <a:bodyPr lIns="216000" tIns="0" rIns="216000" bIns="216000" anchor="t"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9" name="Рисунок 19">
            <a:extLst>
              <a:ext uri="{FF2B5EF4-FFF2-40B4-BE49-F238E27FC236}">
                <a16:creationId xmlns:a16="http://schemas.microsoft.com/office/drawing/2014/main" id="{D02754CC-F83D-81DE-5117-C4C93F40E7FC}"/>
              </a:ext>
            </a:extLst>
          </p:cNvPr>
          <p:cNvSpPr>
            <a:spLocks noGrp="1"/>
          </p:cNvSpPr>
          <p:nvPr>
            <p:ph type="pic" sz="quarter" idx="30"/>
          </p:nvPr>
        </p:nvSpPr>
        <p:spPr>
          <a:xfrm>
            <a:off x="602930" y="1304925"/>
            <a:ext cx="3529015" cy="4961934"/>
          </a:xfrm>
          <a:prstGeom prst="roundRect">
            <a:avLst>
              <a:gd name="adj" fmla="val 7615"/>
            </a:avLst>
          </a:prstGeom>
        </p:spPr>
        <p:txBody>
          <a:bodyPr/>
          <a:lstStyle/>
          <a:p>
            <a:endParaRPr lang="ru-RU"/>
          </a:p>
        </p:txBody>
      </p:sp>
      <p:sp>
        <p:nvSpPr>
          <p:cNvPr id="12" name="Овал 11">
            <a:extLst>
              <a:ext uri="{FF2B5EF4-FFF2-40B4-BE49-F238E27FC236}">
                <a16:creationId xmlns:a16="http://schemas.microsoft.com/office/drawing/2014/main" id="{37E66856-6534-A574-B174-471EFED7835C}"/>
              </a:ext>
            </a:extLst>
          </p:cNvPr>
          <p:cNvSpPr/>
          <p:nvPr userDrawn="1"/>
        </p:nvSpPr>
        <p:spPr>
          <a:xfrm>
            <a:off x="10936942" y="3254392"/>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3" name="Рисунок 12" descr="Стрелка вниз со сплошной заливкой">
            <a:extLst>
              <a:ext uri="{FF2B5EF4-FFF2-40B4-BE49-F238E27FC236}">
                <a16:creationId xmlns:a16="http://schemas.microsoft.com/office/drawing/2014/main" id="{8F0DD0E5-14FB-D8FC-D470-AB35A73D4A0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5400000">
            <a:off x="10871832" y="3351324"/>
            <a:ext cx="562221" cy="238137"/>
          </a:xfrm>
          <a:prstGeom prst="rect">
            <a:avLst/>
          </a:prstGeom>
        </p:spPr>
      </p:pic>
      <p:sp>
        <p:nvSpPr>
          <p:cNvPr id="14" name="Footer Placeholder">
            <a:extLst>
              <a:ext uri="{FF2B5EF4-FFF2-40B4-BE49-F238E27FC236}">
                <a16:creationId xmlns:a16="http://schemas.microsoft.com/office/drawing/2014/main" id="{9D6D4A55-88EB-3110-F74D-2A6F1741679B}"/>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8541905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am S07V2">
    <p:bg>
      <p:bgPr>
        <a:solidFill>
          <a:schemeClr val="bg1"/>
        </a:solidFill>
        <a:effectLst/>
      </p:bgPr>
    </p:bg>
    <p:spTree>
      <p:nvGrpSpPr>
        <p:cNvPr id="1" name=""/>
        <p:cNvGrpSpPr/>
        <p:nvPr/>
      </p:nvGrpSpPr>
      <p:grpSpPr>
        <a:xfrm>
          <a:off x="0" y="0"/>
          <a:ext cx="0" cy="0"/>
          <a:chOff x="0" y="0"/>
          <a:chExt cx="0" cy="0"/>
        </a:xfrm>
      </p:grpSpPr>
      <p:sp>
        <p:nvSpPr>
          <p:cNvPr id="32" name="Равнобедренный треугольник 31">
            <a:extLst>
              <a:ext uri="{FF2B5EF4-FFF2-40B4-BE49-F238E27FC236}">
                <a16:creationId xmlns:a16="http://schemas.microsoft.com/office/drawing/2014/main" id="{7C6227CC-1B40-7A30-FD85-4A33CFFA403A}"/>
              </a:ext>
            </a:extLst>
          </p:cNvPr>
          <p:cNvSpPr/>
          <p:nvPr userDrawn="1"/>
        </p:nvSpPr>
        <p:spPr>
          <a:xfrm>
            <a:off x="2203292" y="4615771"/>
            <a:ext cx="327660" cy="12896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3" name="Равнобедренный треугольник 32">
            <a:extLst>
              <a:ext uri="{FF2B5EF4-FFF2-40B4-BE49-F238E27FC236}">
                <a16:creationId xmlns:a16="http://schemas.microsoft.com/office/drawing/2014/main" id="{9343C139-DE3C-0C62-6803-100660CEEA2C}"/>
              </a:ext>
            </a:extLst>
          </p:cNvPr>
          <p:cNvSpPr/>
          <p:nvPr userDrawn="1"/>
        </p:nvSpPr>
        <p:spPr>
          <a:xfrm>
            <a:off x="5951433" y="4615771"/>
            <a:ext cx="327660" cy="12896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4" name="Равнобедренный треугольник 33">
            <a:extLst>
              <a:ext uri="{FF2B5EF4-FFF2-40B4-BE49-F238E27FC236}">
                <a16:creationId xmlns:a16="http://schemas.microsoft.com/office/drawing/2014/main" id="{D2360151-0DD9-7819-F134-418596FF3895}"/>
              </a:ext>
            </a:extLst>
          </p:cNvPr>
          <p:cNvSpPr/>
          <p:nvPr userDrawn="1"/>
        </p:nvSpPr>
        <p:spPr>
          <a:xfrm>
            <a:off x="9653482" y="4615771"/>
            <a:ext cx="327660" cy="12896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C43FB968-C913-25B3-5415-2BDC6BE4893E}"/>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A66FD52E-794A-6295-F758-CDAD30C7CDB2}"/>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09E56E65-4BD6-A011-B6FD-B2AB5A645F40}"/>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Прямоугольник: скругленные углы 1">
            <a:extLst>
              <a:ext uri="{FF2B5EF4-FFF2-40B4-BE49-F238E27FC236}">
                <a16:creationId xmlns:a16="http://schemas.microsoft.com/office/drawing/2014/main" id="{A4E95F1D-6562-13B9-A39C-8B75C2BDB5D0}"/>
              </a:ext>
            </a:extLst>
          </p:cNvPr>
          <p:cNvSpPr/>
          <p:nvPr userDrawn="1"/>
        </p:nvSpPr>
        <p:spPr>
          <a:xfrm>
            <a:off x="602615" y="4736765"/>
            <a:ext cx="3529015" cy="1530094"/>
          </a:xfrm>
          <a:prstGeom prst="roundRect">
            <a:avLst>
              <a:gd name="adj" fmla="val 2446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 name="Subtitle Placeholder">
            <a:extLst>
              <a:ext uri="{FF2B5EF4-FFF2-40B4-BE49-F238E27FC236}">
                <a16:creationId xmlns:a16="http://schemas.microsoft.com/office/drawing/2014/main" id="{3211B20F-CA56-41DD-A929-118ADB587E47}"/>
              </a:ext>
            </a:extLst>
          </p:cNvPr>
          <p:cNvSpPr>
            <a:spLocks noGrp="1"/>
          </p:cNvSpPr>
          <p:nvPr>
            <p:ph type="body" idx="27" hasCustomPrompt="1"/>
          </p:nvPr>
        </p:nvSpPr>
        <p:spPr>
          <a:xfrm>
            <a:off x="602615" y="4749276"/>
            <a:ext cx="3536580" cy="853050"/>
          </a:xfrm>
        </p:spPr>
        <p:txBody>
          <a:bodyPr wrap="square" lIns="216000" tIns="432000" rIns="216000" bIns="108000" anchor="ctr" anchorCtr="0">
            <a:no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5" name="Заголовок 1">
            <a:extLst>
              <a:ext uri="{FF2B5EF4-FFF2-40B4-BE49-F238E27FC236}">
                <a16:creationId xmlns:a16="http://schemas.microsoft.com/office/drawing/2014/main" id="{2F1AC448-93BE-1A66-9D52-06ABE471EBF7}"/>
              </a:ext>
            </a:extLst>
          </p:cNvPr>
          <p:cNvSpPr>
            <a:spLocks noGrp="1"/>
          </p:cNvSpPr>
          <p:nvPr>
            <p:ph type="title" hasCustomPrompt="1"/>
          </p:nvPr>
        </p:nvSpPr>
        <p:spPr>
          <a:xfrm>
            <a:off x="587375" y="1309407"/>
            <a:ext cx="11017251" cy="664797"/>
          </a:xfrm>
          <a:prstGeom prst="rect">
            <a:avLst/>
          </a:prstGeom>
        </p:spPr>
        <p:txBody>
          <a:bodyPr vert="horz" wrap="square" lIns="0" tIns="0" rIns="0" bIns="0" rtlCol="0" anchor="t" anchorCtr="0">
            <a:noAutofit/>
          </a:bodyPr>
          <a:lstStyle>
            <a:lvl1pPr algn="l">
              <a:defRPr sz="4800"/>
            </a:lvl1pPr>
          </a:lstStyle>
          <a:p>
            <a:pPr lvl="0"/>
            <a:r>
              <a:rPr lang="en-US" dirty="0"/>
              <a:t>Click to edit Master text</a:t>
            </a:r>
            <a:endParaRPr lang="ru-RU" dirty="0"/>
          </a:p>
        </p:txBody>
      </p:sp>
      <p:sp>
        <p:nvSpPr>
          <p:cNvPr id="7" name="Description Placeholder">
            <a:extLst>
              <a:ext uri="{FF2B5EF4-FFF2-40B4-BE49-F238E27FC236}">
                <a16:creationId xmlns:a16="http://schemas.microsoft.com/office/drawing/2014/main" id="{40AC7FA7-C420-D243-D5A3-F0FFB60EABB7}"/>
              </a:ext>
            </a:extLst>
          </p:cNvPr>
          <p:cNvSpPr>
            <a:spLocks noGrp="1"/>
          </p:cNvSpPr>
          <p:nvPr>
            <p:ph type="body" idx="37" hasCustomPrompt="1"/>
          </p:nvPr>
        </p:nvSpPr>
        <p:spPr>
          <a:xfrm>
            <a:off x="602615" y="5622891"/>
            <a:ext cx="3536580" cy="643968"/>
          </a:xfrm>
        </p:spPr>
        <p:txBody>
          <a:bodyPr lIns="216000" tIns="0" rIns="216000" bIns="43200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9" name="Рисунок 19">
            <a:extLst>
              <a:ext uri="{FF2B5EF4-FFF2-40B4-BE49-F238E27FC236}">
                <a16:creationId xmlns:a16="http://schemas.microsoft.com/office/drawing/2014/main" id="{D02754CC-F83D-81DE-5117-C4C93F40E7FC}"/>
              </a:ext>
            </a:extLst>
          </p:cNvPr>
          <p:cNvSpPr>
            <a:spLocks noGrp="1"/>
          </p:cNvSpPr>
          <p:nvPr>
            <p:ph type="pic" sz="quarter" idx="30"/>
          </p:nvPr>
        </p:nvSpPr>
        <p:spPr>
          <a:xfrm>
            <a:off x="602615" y="2210769"/>
            <a:ext cx="3529015" cy="2316707"/>
          </a:xfrm>
          <a:prstGeom prst="roundRect">
            <a:avLst>
              <a:gd name="adj" fmla="val 14193"/>
            </a:avLst>
          </a:prstGeom>
        </p:spPr>
        <p:txBody>
          <a:bodyPr/>
          <a:lstStyle/>
          <a:p>
            <a:endParaRPr lang="ru-RU"/>
          </a:p>
        </p:txBody>
      </p:sp>
      <p:sp>
        <p:nvSpPr>
          <p:cNvPr id="16" name="Прямоугольник: скругленные углы 15">
            <a:extLst>
              <a:ext uri="{FF2B5EF4-FFF2-40B4-BE49-F238E27FC236}">
                <a16:creationId xmlns:a16="http://schemas.microsoft.com/office/drawing/2014/main" id="{033488EC-1D79-875E-51A7-286B2A295522}"/>
              </a:ext>
            </a:extLst>
          </p:cNvPr>
          <p:cNvSpPr/>
          <p:nvPr userDrawn="1"/>
        </p:nvSpPr>
        <p:spPr>
          <a:xfrm>
            <a:off x="4350756" y="4736765"/>
            <a:ext cx="3529015" cy="1530094"/>
          </a:xfrm>
          <a:prstGeom prst="roundRect">
            <a:avLst>
              <a:gd name="adj" fmla="val 2446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7" name="Subtitle Placeholder">
            <a:extLst>
              <a:ext uri="{FF2B5EF4-FFF2-40B4-BE49-F238E27FC236}">
                <a16:creationId xmlns:a16="http://schemas.microsoft.com/office/drawing/2014/main" id="{1EDD6B0D-6302-32A1-071C-D9A98F4E5E87}"/>
              </a:ext>
            </a:extLst>
          </p:cNvPr>
          <p:cNvSpPr>
            <a:spLocks noGrp="1"/>
          </p:cNvSpPr>
          <p:nvPr>
            <p:ph type="body" idx="38" hasCustomPrompt="1"/>
          </p:nvPr>
        </p:nvSpPr>
        <p:spPr>
          <a:xfrm>
            <a:off x="4350756" y="4749276"/>
            <a:ext cx="3536580" cy="853050"/>
          </a:xfrm>
        </p:spPr>
        <p:txBody>
          <a:bodyPr wrap="square" lIns="216000" tIns="432000" rIns="216000" bIns="108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18" name="Description Placeholder">
            <a:extLst>
              <a:ext uri="{FF2B5EF4-FFF2-40B4-BE49-F238E27FC236}">
                <a16:creationId xmlns:a16="http://schemas.microsoft.com/office/drawing/2014/main" id="{7DB457C6-506E-455D-2EFE-0AA310C109C6}"/>
              </a:ext>
            </a:extLst>
          </p:cNvPr>
          <p:cNvSpPr>
            <a:spLocks noGrp="1"/>
          </p:cNvSpPr>
          <p:nvPr>
            <p:ph type="body" idx="39" hasCustomPrompt="1"/>
          </p:nvPr>
        </p:nvSpPr>
        <p:spPr>
          <a:xfrm>
            <a:off x="4350756" y="5622891"/>
            <a:ext cx="3536580" cy="643968"/>
          </a:xfrm>
        </p:spPr>
        <p:txBody>
          <a:bodyPr lIns="216000" tIns="0" rIns="216000" bIns="43200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19" name="Рисунок 19">
            <a:extLst>
              <a:ext uri="{FF2B5EF4-FFF2-40B4-BE49-F238E27FC236}">
                <a16:creationId xmlns:a16="http://schemas.microsoft.com/office/drawing/2014/main" id="{D8FBDF8C-FCE5-761E-D4AB-1C59448F3A7A}"/>
              </a:ext>
            </a:extLst>
          </p:cNvPr>
          <p:cNvSpPr>
            <a:spLocks noGrp="1"/>
          </p:cNvSpPr>
          <p:nvPr>
            <p:ph type="pic" sz="quarter" idx="40"/>
          </p:nvPr>
        </p:nvSpPr>
        <p:spPr>
          <a:xfrm>
            <a:off x="4350756" y="2210769"/>
            <a:ext cx="3529015" cy="2316707"/>
          </a:xfrm>
          <a:prstGeom prst="roundRect">
            <a:avLst>
              <a:gd name="adj" fmla="val 14193"/>
            </a:avLst>
          </a:prstGeom>
        </p:spPr>
        <p:txBody>
          <a:bodyPr/>
          <a:lstStyle/>
          <a:p>
            <a:endParaRPr lang="ru-RU"/>
          </a:p>
        </p:txBody>
      </p:sp>
      <p:sp>
        <p:nvSpPr>
          <p:cNvPr id="20" name="Прямоугольник: скругленные углы 19">
            <a:extLst>
              <a:ext uri="{FF2B5EF4-FFF2-40B4-BE49-F238E27FC236}">
                <a16:creationId xmlns:a16="http://schemas.microsoft.com/office/drawing/2014/main" id="{535FB02B-7BD2-08DE-EE7C-0FEE9CD60101}"/>
              </a:ext>
            </a:extLst>
          </p:cNvPr>
          <p:cNvSpPr/>
          <p:nvPr userDrawn="1"/>
        </p:nvSpPr>
        <p:spPr>
          <a:xfrm>
            <a:off x="8052805" y="4736765"/>
            <a:ext cx="3529015" cy="1530094"/>
          </a:xfrm>
          <a:prstGeom prst="roundRect">
            <a:avLst>
              <a:gd name="adj" fmla="val 2446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1" name="Subtitle Placeholder">
            <a:extLst>
              <a:ext uri="{FF2B5EF4-FFF2-40B4-BE49-F238E27FC236}">
                <a16:creationId xmlns:a16="http://schemas.microsoft.com/office/drawing/2014/main" id="{77D6FE70-EF9E-213F-8814-B69983458F65}"/>
              </a:ext>
            </a:extLst>
          </p:cNvPr>
          <p:cNvSpPr>
            <a:spLocks noGrp="1"/>
          </p:cNvSpPr>
          <p:nvPr>
            <p:ph type="body" idx="41" hasCustomPrompt="1"/>
          </p:nvPr>
        </p:nvSpPr>
        <p:spPr>
          <a:xfrm>
            <a:off x="8052805" y="4749276"/>
            <a:ext cx="3536580" cy="853050"/>
          </a:xfrm>
        </p:spPr>
        <p:txBody>
          <a:bodyPr wrap="square" lIns="216000" tIns="432000" rIns="216000" bIns="108000" anchor="ctr" anchorCtr="0">
            <a:no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22" name="Description Placeholder">
            <a:extLst>
              <a:ext uri="{FF2B5EF4-FFF2-40B4-BE49-F238E27FC236}">
                <a16:creationId xmlns:a16="http://schemas.microsoft.com/office/drawing/2014/main" id="{B6B66CE0-70DE-000B-9AE9-551A8B730598}"/>
              </a:ext>
            </a:extLst>
          </p:cNvPr>
          <p:cNvSpPr>
            <a:spLocks noGrp="1"/>
          </p:cNvSpPr>
          <p:nvPr>
            <p:ph type="body" idx="42" hasCustomPrompt="1"/>
          </p:nvPr>
        </p:nvSpPr>
        <p:spPr>
          <a:xfrm>
            <a:off x="8052805" y="5622891"/>
            <a:ext cx="3536580" cy="643968"/>
          </a:xfrm>
        </p:spPr>
        <p:txBody>
          <a:bodyPr lIns="216000" tIns="0" rIns="216000" bIns="43200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3" name="Рисунок 19">
            <a:extLst>
              <a:ext uri="{FF2B5EF4-FFF2-40B4-BE49-F238E27FC236}">
                <a16:creationId xmlns:a16="http://schemas.microsoft.com/office/drawing/2014/main" id="{1AD68A96-7EE5-F1FC-C6AA-CF95348813F4}"/>
              </a:ext>
            </a:extLst>
          </p:cNvPr>
          <p:cNvSpPr>
            <a:spLocks noGrp="1"/>
          </p:cNvSpPr>
          <p:nvPr>
            <p:ph type="pic" sz="quarter" idx="43"/>
          </p:nvPr>
        </p:nvSpPr>
        <p:spPr>
          <a:xfrm>
            <a:off x="8052805" y="2210769"/>
            <a:ext cx="3529015" cy="2316707"/>
          </a:xfrm>
          <a:prstGeom prst="roundRect">
            <a:avLst>
              <a:gd name="adj" fmla="val 14193"/>
            </a:avLst>
          </a:prstGeom>
        </p:spPr>
        <p:txBody>
          <a:bodyPr/>
          <a:lstStyle/>
          <a:p>
            <a:endParaRPr lang="ru-RU"/>
          </a:p>
        </p:txBody>
      </p:sp>
      <p:sp>
        <p:nvSpPr>
          <p:cNvPr id="3" name="Footer Placeholder">
            <a:extLst>
              <a:ext uri="{FF2B5EF4-FFF2-40B4-BE49-F238E27FC236}">
                <a16:creationId xmlns:a16="http://schemas.microsoft.com/office/drawing/2014/main" id="{953E83AA-C190-1D82-3D73-4072943307A2}"/>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7083916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S07V3">
    <p:bg>
      <p:bgPr>
        <a:solidFill>
          <a:schemeClr val="bg1"/>
        </a:solidFill>
        <a:effectLst/>
      </p:bgPr>
    </p:bg>
    <p:spTree>
      <p:nvGrpSpPr>
        <p:cNvPr id="1" name=""/>
        <p:cNvGrpSpPr/>
        <p:nvPr/>
      </p:nvGrpSpPr>
      <p:grpSpPr>
        <a:xfrm>
          <a:off x="0" y="0"/>
          <a:ext cx="0" cy="0"/>
          <a:chOff x="0" y="0"/>
          <a:chExt cx="0" cy="0"/>
        </a:xfrm>
      </p:grpSpPr>
      <p:sp>
        <p:nvSpPr>
          <p:cNvPr id="8" name="Ellipse">
            <a:extLst>
              <a:ext uri="{FF2B5EF4-FFF2-40B4-BE49-F238E27FC236}">
                <a16:creationId xmlns:a16="http://schemas.microsoft.com/office/drawing/2014/main" id="{C43FB968-C913-25B3-5415-2BDC6BE4893E}"/>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A66FD52E-794A-6295-F758-CDAD30C7CDB2}"/>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09E56E65-4BD6-A011-B6FD-B2AB5A645F40}"/>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Прямоугольник: скругленные углы 1">
            <a:extLst>
              <a:ext uri="{FF2B5EF4-FFF2-40B4-BE49-F238E27FC236}">
                <a16:creationId xmlns:a16="http://schemas.microsoft.com/office/drawing/2014/main" id="{A4E95F1D-6562-13B9-A39C-8B75C2BDB5D0}"/>
              </a:ext>
            </a:extLst>
          </p:cNvPr>
          <p:cNvSpPr/>
          <p:nvPr userDrawn="1"/>
        </p:nvSpPr>
        <p:spPr>
          <a:xfrm>
            <a:off x="602615" y="4736765"/>
            <a:ext cx="2574555" cy="1530094"/>
          </a:xfrm>
          <a:prstGeom prst="roundRect">
            <a:avLst>
              <a:gd name="adj" fmla="val 24469"/>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 name="Subtitle Placeholder">
            <a:extLst>
              <a:ext uri="{FF2B5EF4-FFF2-40B4-BE49-F238E27FC236}">
                <a16:creationId xmlns:a16="http://schemas.microsoft.com/office/drawing/2014/main" id="{3211B20F-CA56-41DD-A929-118ADB587E47}"/>
              </a:ext>
            </a:extLst>
          </p:cNvPr>
          <p:cNvSpPr>
            <a:spLocks noGrp="1"/>
          </p:cNvSpPr>
          <p:nvPr>
            <p:ph type="body" idx="27" hasCustomPrompt="1"/>
          </p:nvPr>
        </p:nvSpPr>
        <p:spPr>
          <a:xfrm>
            <a:off x="602616" y="4749276"/>
            <a:ext cx="2580074" cy="853050"/>
          </a:xfrm>
        </p:spPr>
        <p:txBody>
          <a:bodyPr wrap="square" lIns="216000" tIns="432000" rIns="216000" bIns="108000" anchor="ctr" anchorCtr="0">
            <a:no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5" name="Заголовок 1">
            <a:extLst>
              <a:ext uri="{FF2B5EF4-FFF2-40B4-BE49-F238E27FC236}">
                <a16:creationId xmlns:a16="http://schemas.microsoft.com/office/drawing/2014/main" id="{2F1AC448-93BE-1A66-9D52-06ABE471EBF7}"/>
              </a:ext>
            </a:extLst>
          </p:cNvPr>
          <p:cNvSpPr>
            <a:spLocks noGrp="1"/>
          </p:cNvSpPr>
          <p:nvPr>
            <p:ph type="title" hasCustomPrompt="1"/>
          </p:nvPr>
        </p:nvSpPr>
        <p:spPr>
          <a:xfrm>
            <a:off x="587375" y="1309407"/>
            <a:ext cx="11017251" cy="664797"/>
          </a:xfrm>
          <a:prstGeom prst="rect">
            <a:avLst/>
          </a:prstGeom>
        </p:spPr>
        <p:txBody>
          <a:bodyPr vert="horz" wrap="square" lIns="0" tIns="0" rIns="0" bIns="0" rtlCol="0" anchor="t" anchorCtr="0">
            <a:noAutofit/>
          </a:bodyPr>
          <a:lstStyle>
            <a:lvl1pPr algn="l">
              <a:defRPr sz="4800"/>
            </a:lvl1pPr>
          </a:lstStyle>
          <a:p>
            <a:pPr lvl="0"/>
            <a:r>
              <a:rPr lang="en-US" dirty="0"/>
              <a:t>Click to edit Master text</a:t>
            </a:r>
            <a:endParaRPr lang="ru-RU" dirty="0"/>
          </a:p>
        </p:txBody>
      </p:sp>
      <p:sp>
        <p:nvSpPr>
          <p:cNvPr id="7" name="Description Placeholder">
            <a:extLst>
              <a:ext uri="{FF2B5EF4-FFF2-40B4-BE49-F238E27FC236}">
                <a16:creationId xmlns:a16="http://schemas.microsoft.com/office/drawing/2014/main" id="{40AC7FA7-C420-D243-D5A3-F0FFB60EABB7}"/>
              </a:ext>
            </a:extLst>
          </p:cNvPr>
          <p:cNvSpPr>
            <a:spLocks noGrp="1"/>
          </p:cNvSpPr>
          <p:nvPr>
            <p:ph type="body" idx="37" hasCustomPrompt="1"/>
          </p:nvPr>
        </p:nvSpPr>
        <p:spPr>
          <a:xfrm>
            <a:off x="602616" y="5622891"/>
            <a:ext cx="2580074" cy="643968"/>
          </a:xfrm>
        </p:spPr>
        <p:txBody>
          <a:bodyPr lIns="216000" tIns="0" rIns="216000" bIns="43200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9" name="Рисунок 19">
            <a:extLst>
              <a:ext uri="{FF2B5EF4-FFF2-40B4-BE49-F238E27FC236}">
                <a16:creationId xmlns:a16="http://schemas.microsoft.com/office/drawing/2014/main" id="{D02754CC-F83D-81DE-5117-C4C93F40E7FC}"/>
              </a:ext>
            </a:extLst>
          </p:cNvPr>
          <p:cNvSpPr>
            <a:spLocks noGrp="1"/>
          </p:cNvSpPr>
          <p:nvPr>
            <p:ph type="pic" sz="quarter" idx="30"/>
          </p:nvPr>
        </p:nvSpPr>
        <p:spPr>
          <a:xfrm>
            <a:off x="602615" y="2210769"/>
            <a:ext cx="2574555" cy="2316707"/>
          </a:xfrm>
          <a:prstGeom prst="roundRect">
            <a:avLst>
              <a:gd name="adj" fmla="val 14193"/>
            </a:avLst>
          </a:prstGeom>
        </p:spPr>
        <p:txBody>
          <a:bodyPr/>
          <a:lstStyle/>
          <a:p>
            <a:endParaRPr lang="ru-RU"/>
          </a:p>
        </p:txBody>
      </p:sp>
      <p:sp>
        <p:nvSpPr>
          <p:cNvPr id="16" name="Прямоугольник: скругленные углы 15">
            <a:extLst>
              <a:ext uri="{FF2B5EF4-FFF2-40B4-BE49-F238E27FC236}">
                <a16:creationId xmlns:a16="http://schemas.microsoft.com/office/drawing/2014/main" id="{033488EC-1D79-875E-51A7-286B2A295522}"/>
              </a:ext>
            </a:extLst>
          </p:cNvPr>
          <p:cNvSpPr/>
          <p:nvPr userDrawn="1"/>
        </p:nvSpPr>
        <p:spPr>
          <a:xfrm>
            <a:off x="3413495" y="4736765"/>
            <a:ext cx="2574555" cy="1530094"/>
          </a:xfrm>
          <a:prstGeom prst="roundRect">
            <a:avLst>
              <a:gd name="adj" fmla="val 2446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7" name="Subtitle Placeholder">
            <a:extLst>
              <a:ext uri="{FF2B5EF4-FFF2-40B4-BE49-F238E27FC236}">
                <a16:creationId xmlns:a16="http://schemas.microsoft.com/office/drawing/2014/main" id="{1EDD6B0D-6302-32A1-071C-D9A98F4E5E87}"/>
              </a:ext>
            </a:extLst>
          </p:cNvPr>
          <p:cNvSpPr>
            <a:spLocks noGrp="1"/>
          </p:cNvSpPr>
          <p:nvPr>
            <p:ph type="body" idx="38" hasCustomPrompt="1"/>
          </p:nvPr>
        </p:nvSpPr>
        <p:spPr>
          <a:xfrm>
            <a:off x="3413496" y="4749276"/>
            <a:ext cx="2580074" cy="853050"/>
          </a:xfrm>
        </p:spPr>
        <p:txBody>
          <a:bodyPr wrap="square" lIns="216000" tIns="432000" rIns="216000" bIns="108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18" name="Description Placeholder">
            <a:extLst>
              <a:ext uri="{FF2B5EF4-FFF2-40B4-BE49-F238E27FC236}">
                <a16:creationId xmlns:a16="http://schemas.microsoft.com/office/drawing/2014/main" id="{7DB457C6-506E-455D-2EFE-0AA310C109C6}"/>
              </a:ext>
            </a:extLst>
          </p:cNvPr>
          <p:cNvSpPr>
            <a:spLocks noGrp="1"/>
          </p:cNvSpPr>
          <p:nvPr>
            <p:ph type="body" idx="39" hasCustomPrompt="1"/>
          </p:nvPr>
        </p:nvSpPr>
        <p:spPr>
          <a:xfrm>
            <a:off x="3413496" y="5622891"/>
            <a:ext cx="2580074" cy="643968"/>
          </a:xfrm>
        </p:spPr>
        <p:txBody>
          <a:bodyPr lIns="216000" tIns="0" rIns="216000" bIns="43200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19" name="Рисунок 19">
            <a:extLst>
              <a:ext uri="{FF2B5EF4-FFF2-40B4-BE49-F238E27FC236}">
                <a16:creationId xmlns:a16="http://schemas.microsoft.com/office/drawing/2014/main" id="{D8FBDF8C-FCE5-761E-D4AB-1C59448F3A7A}"/>
              </a:ext>
            </a:extLst>
          </p:cNvPr>
          <p:cNvSpPr>
            <a:spLocks noGrp="1"/>
          </p:cNvSpPr>
          <p:nvPr>
            <p:ph type="pic" sz="quarter" idx="40"/>
          </p:nvPr>
        </p:nvSpPr>
        <p:spPr>
          <a:xfrm>
            <a:off x="3413495" y="2210769"/>
            <a:ext cx="2574555" cy="2316707"/>
          </a:xfrm>
          <a:prstGeom prst="roundRect">
            <a:avLst>
              <a:gd name="adj" fmla="val 14193"/>
            </a:avLst>
          </a:prstGeom>
        </p:spPr>
        <p:txBody>
          <a:bodyPr/>
          <a:lstStyle/>
          <a:p>
            <a:endParaRPr lang="ru-RU"/>
          </a:p>
        </p:txBody>
      </p:sp>
      <p:sp>
        <p:nvSpPr>
          <p:cNvPr id="20" name="Прямоугольник: скругленные углы 19">
            <a:extLst>
              <a:ext uri="{FF2B5EF4-FFF2-40B4-BE49-F238E27FC236}">
                <a16:creationId xmlns:a16="http://schemas.microsoft.com/office/drawing/2014/main" id="{535FB02B-7BD2-08DE-EE7C-0FEE9CD60101}"/>
              </a:ext>
            </a:extLst>
          </p:cNvPr>
          <p:cNvSpPr/>
          <p:nvPr userDrawn="1"/>
        </p:nvSpPr>
        <p:spPr>
          <a:xfrm>
            <a:off x="9031887" y="4736765"/>
            <a:ext cx="2574555" cy="1530094"/>
          </a:xfrm>
          <a:prstGeom prst="roundRect">
            <a:avLst>
              <a:gd name="adj" fmla="val 2446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21" name="Subtitle Placeholder">
            <a:extLst>
              <a:ext uri="{FF2B5EF4-FFF2-40B4-BE49-F238E27FC236}">
                <a16:creationId xmlns:a16="http://schemas.microsoft.com/office/drawing/2014/main" id="{77D6FE70-EF9E-213F-8814-B69983458F65}"/>
              </a:ext>
            </a:extLst>
          </p:cNvPr>
          <p:cNvSpPr>
            <a:spLocks noGrp="1"/>
          </p:cNvSpPr>
          <p:nvPr>
            <p:ph type="body" idx="41" hasCustomPrompt="1"/>
          </p:nvPr>
        </p:nvSpPr>
        <p:spPr>
          <a:xfrm>
            <a:off x="9031888" y="4749276"/>
            <a:ext cx="2580074" cy="853050"/>
          </a:xfrm>
        </p:spPr>
        <p:txBody>
          <a:bodyPr wrap="square" lIns="216000" tIns="432000" rIns="216000" bIns="108000" anchor="ctr" anchorCtr="0">
            <a:no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22" name="Description Placeholder">
            <a:extLst>
              <a:ext uri="{FF2B5EF4-FFF2-40B4-BE49-F238E27FC236}">
                <a16:creationId xmlns:a16="http://schemas.microsoft.com/office/drawing/2014/main" id="{B6B66CE0-70DE-000B-9AE9-551A8B730598}"/>
              </a:ext>
            </a:extLst>
          </p:cNvPr>
          <p:cNvSpPr>
            <a:spLocks noGrp="1"/>
          </p:cNvSpPr>
          <p:nvPr>
            <p:ph type="body" idx="42" hasCustomPrompt="1"/>
          </p:nvPr>
        </p:nvSpPr>
        <p:spPr>
          <a:xfrm>
            <a:off x="9031888" y="5622891"/>
            <a:ext cx="2580074" cy="643968"/>
          </a:xfrm>
        </p:spPr>
        <p:txBody>
          <a:bodyPr lIns="216000" tIns="0" rIns="216000" bIns="43200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23" name="Рисунок 19">
            <a:extLst>
              <a:ext uri="{FF2B5EF4-FFF2-40B4-BE49-F238E27FC236}">
                <a16:creationId xmlns:a16="http://schemas.microsoft.com/office/drawing/2014/main" id="{1AD68A96-7EE5-F1FC-C6AA-CF95348813F4}"/>
              </a:ext>
            </a:extLst>
          </p:cNvPr>
          <p:cNvSpPr>
            <a:spLocks noGrp="1"/>
          </p:cNvSpPr>
          <p:nvPr>
            <p:ph type="pic" sz="quarter" idx="43"/>
          </p:nvPr>
        </p:nvSpPr>
        <p:spPr>
          <a:xfrm>
            <a:off x="9031887" y="2210769"/>
            <a:ext cx="2574555" cy="2316707"/>
          </a:xfrm>
          <a:prstGeom prst="roundRect">
            <a:avLst>
              <a:gd name="adj" fmla="val 14193"/>
            </a:avLst>
          </a:prstGeom>
        </p:spPr>
        <p:txBody>
          <a:bodyPr/>
          <a:lstStyle/>
          <a:p>
            <a:endParaRPr lang="ru-RU"/>
          </a:p>
        </p:txBody>
      </p:sp>
      <p:sp>
        <p:nvSpPr>
          <p:cNvPr id="12" name="Прямоугольник: скругленные углы 11">
            <a:extLst>
              <a:ext uri="{FF2B5EF4-FFF2-40B4-BE49-F238E27FC236}">
                <a16:creationId xmlns:a16="http://schemas.microsoft.com/office/drawing/2014/main" id="{C696D72E-11C4-974D-19C3-1F18F8406782}"/>
              </a:ext>
            </a:extLst>
          </p:cNvPr>
          <p:cNvSpPr/>
          <p:nvPr userDrawn="1"/>
        </p:nvSpPr>
        <p:spPr>
          <a:xfrm>
            <a:off x="6221783" y="4736765"/>
            <a:ext cx="2574555" cy="1530094"/>
          </a:xfrm>
          <a:prstGeom prst="roundRect">
            <a:avLst>
              <a:gd name="adj" fmla="val 24469"/>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3" name="Subtitle Placeholder">
            <a:extLst>
              <a:ext uri="{FF2B5EF4-FFF2-40B4-BE49-F238E27FC236}">
                <a16:creationId xmlns:a16="http://schemas.microsoft.com/office/drawing/2014/main" id="{AEE3B5BA-0DD6-B54E-4CB2-D788B944F8FA}"/>
              </a:ext>
            </a:extLst>
          </p:cNvPr>
          <p:cNvSpPr>
            <a:spLocks noGrp="1"/>
          </p:cNvSpPr>
          <p:nvPr>
            <p:ph type="body" idx="44" hasCustomPrompt="1"/>
          </p:nvPr>
        </p:nvSpPr>
        <p:spPr>
          <a:xfrm>
            <a:off x="6221784" y="4749276"/>
            <a:ext cx="2580074" cy="853050"/>
          </a:xfrm>
        </p:spPr>
        <p:txBody>
          <a:bodyPr wrap="square" lIns="216000" tIns="432000" rIns="216000" bIns="108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14" name="Description Placeholder">
            <a:extLst>
              <a:ext uri="{FF2B5EF4-FFF2-40B4-BE49-F238E27FC236}">
                <a16:creationId xmlns:a16="http://schemas.microsoft.com/office/drawing/2014/main" id="{BD44B7E0-0D2B-9AB9-F2D9-C1F3B41AB3EE}"/>
              </a:ext>
            </a:extLst>
          </p:cNvPr>
          <p:cNvSpPr>
            <a:spLocks noGrp="1"/>
          </p:cNvSpPr>
          <p:nvPr>
            <p:ph type="body" idx="45" hasCustomPrompt="1"/>
          </p:nvPr>
        </p:nvSpPr>
        <p:spPr>
          <a:xfrm>
            <a:off x="6221784" y="5622891"/>
            <a:ext cx="2580074" cy="643968"/>
          </a:xfrm>
        </p:spPr>
        <p:txBody>
          <a:bodyPr lIns="216000" tIns="0" rIns="216000" bIns="43200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15" name="Рисунок 19">
            <a:extLst>
              <a:ext uri="{FF2B5EF4-FFF2-40B4-BE49-F238E27FC236}">
                <a16:creationId xmlns:a16="http://schemas.microsoft.com/office/drawing/2014/main" id="{B3851DFC-87EA-6E49-6D6C-610DA549CEE4}"/>
              </a:ext>
            </a:extLst>
          </p:cNvPr>
          <p:cNvSpPr>
            <a:spLocks noGrp="1"/>
          </p:cNvSpPr>
          <p:nvPr>
            <p:ph type="pic" sz="quarter" idx="46"/>
          </p:nvPr>
        </p:nvSpPr>
        <p:spPr>
          <a:xfrm>
            <a:off x="6221783" y="2210769"/>
            <a:ext cx="2574555" cy="2316707"/>
          </a:xfrm>
          <a:prstGeom prst="roundRect">
            <a:avLst>
              <a:gd name="adj" fmla="val 14193"/>
            </a:avLst>
          </a:prstGeom>
        </p:spPr>
        <p:txBody>
          <a:bodyPr/>
          <a:lstStyle/>
          <a:p>
            <a:endParaRPr lang="ru-RU"/>
          </a:p>
        </p:txBody>
      </p:sp>
      <p:sp>
        <p:nvSpPr>
          <p:cNvPr id="48" name="Равнобедренный треугольник 47">
            <a:extLst>
              <a:ext uri="{FF2B5EF4-FFF2-40B4-BE49-F238E27FC236}">
                <a16:creationId xmlns:a16="http://schemas.microsoft.com/office/drawing/2014/main" id="{16BF186A-D0E1-6FEB-15B6-C1A9BA95C5C7}"/>
              </a:ext>
            </a:extLst>
          </p:cNvPr>
          <p:cNvSpPr/>
          <p:nvPr userDrawn="1"/>
        </p:nvSpPr>
        <p:spPr>
          <a:xfrm>
            <a:off x="1726062" y="4615771"/>
            <a:ext cx="327660" cy="128960"/>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9" name="Равнобедренный треугольник 48">
            <a:extLst>
              <a:ext uri="{FF2B5EF4-FFF2-40B4-BE49-F238E27FC236}">
                <a16:creationId xmlns:a16="http://schemas.microsoft.com/office/drawing/2014/main" id="{38927035-D490-2FD8-6B37-006F869D6F0B}"/>
              </a:ext>
            </a:extLst>
          </p:cNvPr>
          <p:cNvSpPr/>
          <p:nvPr userDrawn="1"/>
        </p:nvSpPr>
        <p:spPr>
          <a:xfrm>
            <a:off x="4536942" y="4615771"/>
            <a:ext cx="327660" cy="12896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Равнобедренный треугольник 49">
            <a:extLst>
              <a:ext uri="{FF2B5EF4-FFF2-40B4-BE49-F238E27FC236}">
                <a16:creationId xmlns:a16="http://schemas.microsoft.com/office/drawing/2014/main" id="{F0006B07-F401-0242-F374-CB8D1F4EABA2}"/>
              </a:ext>
            </a:extLst>
          </p:cNvPr>
          <p:cNvSpPr/>
          <p:nvPr userDrawn="1"/>
        </p:nvSpPr>
        <p:spPr>
          <a:xfrm>
            <a:off x="7347822" y="4615771"/>
            <a:ext cx="327660" cy="128960"/>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Равнобедренный треугольник 50">
            <a:extLst>
              <a:ext uri="{FF2B5EF4-FFF2-40B4-BE49-F238E27FC236}">
                <a16:creationId xmlns:a16="http://schemas.microsoft.com/office/drawing/2014/main" id="{CFD954DD-FEBF-597D-50E0-91878A7F7C95}"/>
              </a:ext>
            </a:extLst>
          </p:cNvPr>
          <p:cNvSpPr/>
          <p:nvPr userDrawn="1"/>
        </p:nvSpPr>
        <p:spPr>
          <a:xfrm>
            <a:off x="10158702" y="4615771"/>
            <a:ext cx="327660" cy="12896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Footer Placeholder">
            <a:extLst>
              <a:ext uri="{FF2B5EF4-FFF2-40B4-BE49-F238E27FC236}">
                <a16:creationId xmlns:a16="http://schemas.microsoft.com/office/drawing/2014/main" id="{2AD69A6F-E3E1-78F0-993F-967F72C0AD4D}"/>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28738817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eam S07V4">
    <p:bg>
      <p:bgPr>
        <a:solidFill>
          <a:schemeClr val="bg1"/>
        </a:solidFill>
        <a:effectLst/>
      </p:bgPr>
    </p:bg>
    <p:spTree>
      <p:nvGrpSpPr>
        <p:cNvPr id="1" name=""/>
        <p:cNvGrpSpPr/>
        <p:nvPr/>
      </p:nvGrpSpPr>
      <p:grpSpPr>
        <a:xfrm>
          <a:off x="0" y="0"/>
          <a:ext cx="0" cy="0"/>
          <a:chOff x="0" y="0"/>
          <a:chExt cx="0" cy="0"/>
        </a:xfrm>
      </p:grpSpPr>
      <p:sp>
        <p:nvSpPr>
          <p:cNvPr id="8" name="Ellipse">
            <a:extLst>
              <a:ext uri="{FF2B5EF4-FFF2-40B4-BE49-F238E27FC236}">
                <a16:creationId xmlns:a16="http://schemas.microsoft.com/office/drawing/2014/main" id="{C43FB968-C913-25B3-5415-2BDC6BE4893E}"/>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Ellipse">
            <a:extLst>
              <a:ext uri="{FF2B5EF4-FFF2-40B4-BE49-F238E27FC236}">
                <a16:creationId xmlns:a16="http://schemas.microsoft.com/office/drawing/2014/main" id="{A66FD52E-794A-6295-F758-CDAD30C7CDB2}"/>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Ellipse">
            <a:extLst>
              <a:ext uri="{FF2B5EF4-FFF2-40B4-BE49-F238E27FC236}">
                <a16:creationId xmlns:a16="http://schemas.microsoft.com/office/drawing/2014/main" id="{09E56E65-4BD6-A011-B6FD-B2AB5A645F40}"/>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Заголовок 1">
            <a:extLst>
              <a:ext uri="{FF2B5EF4-FFF2-40B4-BE49-F238E27FC236}">
                <a16:creationId xmlns:a16="http://schemas.microsoft.com/office/drawing/2014/main" id="{2F1AC448-93BE-1A66-9D52-06ABE471EBF7}"/>
              </a:ext>
            </a:extLst>
          </p:cNvPr>
          <p:cNvSpPr>
            <a:spLocks noGrp="1"/>
          </p:cNvSpPr>
          <p:nvPr>
            <p:ph type="title" hasCustomPrompt="1"/>
          </p:nvPr>
        </p:nvSpPr>
        <p:spPr>
          <a:xfrm>
            <a:off x="587375" y="1309407"/>
            <a:ext cx="3529013" cy="664797"/>
          </a:xfrm>
          <a:prstGeom prst="rect">
            <a:avLst/>
          </a:prstGeom>
        </p:spPr>
        <p:txBody>
          <a:bodyPr vert="horz" wrap="square" lIns="0" tIns="0" rIns="0" bIns="0" rtlCol="0" anchor="t" anchorCtr="0">
            <a:noAutofit/>
          </a:bodyPr>
          <a:lstStyle>
            <a:lvl1pPr algn="l">
              <a:defRPr sz="4800"/>
            </a:lvl1pPr>
          </a:lstStyle>
          <a:p>
            <a:pPr lvl="0"/>
            <a:r>
              <a:rPr lang="en-US" dirty="0"/>
              <a:t>Click to edit</a:t>
            </a:r>
            <a:endParaRPr lang="ru-RU" dirty="0"/>
          </a:p>
        </p:txBody>
      </p:sp>
      <p:sp>
        <p:nvSpPr>
          <p:cNvPr id="24" name="Равнобедренный треугольник 23">
            <a:extLst>
              <a:ext uri="{FF2B5EF4-FFF2-40B4-BE49-F238E27FC236}">
                <a16:creationId xmlns:a16="http://schemas.microsoft.com/office/drawing/2014/main" id="{03E3E1E7-2E68-94EC-F755-619BDF81628A}"/>
              </a:ext>
            </a:extLst>
          </p:cNvPr>
          <p:cNvSpPr/>
          <p:nvPr userDrawn="1"/>
        </p:nvSpPr>
        <p:spPr>
          <a:xfrm>
            <a:off x="2203292" y="4615771"/>
            <a:ext cx="327660" cy="12896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1"/>
              </a:solidFill>
            </a:endParaRPr>
          </a:p>
        </p:txBody>
      </p:sp>
      <p:sp>
        <p:nvSpPr>
          <p:cNvPr id="25" name="Прямоугольник: скругленные углы 24">
            <a:extLst>
              <a:ext uri="{FF2B5EF4-FFF2-40B4-BE49-F238E27FC236}">
                <a16:creationId xmlns:a16="http://schemas.microsoft.com/office/drawing/2014/main" id="{95D99131-D181-063E-1D25-2C4F3F596590}"/>
              </a:ext>
            </a:extLst>
          </p:cNvPr>
          <p:cNvSpPr/>
          <p:nvPr userDrawn="1"/>
        </p:nvSpPr>
        <p:spPr>
          <a:xfrm>
            <a:off x="602615" y="4736765"/>
            <a:ext cx="3529015" cy="1530094"/>
          </a:xfrm>
          <a:prstGeom prst="roundRect">
            <a:avLst>
              <a:gd name="adj" fmla="val 2446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6" name="Subtitle Placeholder">
            <a:extLst>
              <a:ext uri="{FF2B5EF4-FFF2-40B4-BE49-F238E27FC236}">
                <a16:creationId xmlns:a16="http://schemas.microsoft.com/office/drawing/2014/main" id="{398910DB-DAC7-3427-64E1-E955BF059096}"/>
              </a:ext>
            </a:extLst>
          </p:cNvPr>
          <p:cNvSpPr>
            <a:spLocks noGrp="1"/>
          </p:cNvSpPr>
          <p:nvPr>
            <p:ph type="body" idx="27" hasCustomPrompt="1"/>
          </p:nvPr>
        </p:nvSpPr>
        <p:spPr>
          <a:xfrm>
            <a:off x="602615" y="4749276"/>
            <a:ext cx="3536580" cy="853050"/>
          </a:xfrm>
        </p:spPr>
        <p:txBody>
          <a:bodyPr wrap="square" lIns="216000" tIns="432000" rIns="216000" bIns="108000" anchor="ctr" anchorCtr="0">
            <a:noAutofit/>
          </a:bodyPr>
          <a:lstStyle>
            <a:lvl1pPr marL="0" indent="0" algn="ctr">
              <a:buNone/>
              <a:defRPr sz="2000" b="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27" name="Description Placeholder">
            <a:extLst>
              <a:ext uri="{FF2B5EF4-FFF2-40B4-BE49-F238E27FC236}">
                <a16:creationId xmlns:a16="http://schemas.microsoft.com/office/drawing/2014/main" id="{A7366623-78A5-4444-2472-DE6D13F93246}"/>
              </a:ext>
            </a:extLst>
          </p:cNvPr>
          <p:cNvSpPr>
            <a:spLocks noGrp="1"/>
          </p:cNvSpPr>
          <p:nvPr>
            <p:ph type="body" idx="37" hasCustomPrompt="1"/>
          </p:nvPr>
        </p:nvSpPr>
        <p:spPr>
          <a:xfrm>
            <a:off x="602615" y="5622891"/>
            <a:ext cx="3536580" cy="643968"/>
          </a:xfrm>
        </p:spPr>
        <p:txBody>
          <a:bodyPr lIns="216000" tIns="0" rIns="216000" bIns="432000" anchor="t" anchorCtr="0">
            <a:noAutofit/>
          </a:bodyPr>
          <a:lstStyle>
            <a:lvl1pPr marL="0" indent="0" algn="ctr">
              <a:buNone/>
              <a:defRPr sz="135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8" name="Рисунок 19">
            <a:extLst>
              <a:ext uri="{FF2B5EF4-FFF2-40B4-BE49-F238E27FC236}">
                <a16:creationId xmlns:a16="http://schemas.microsoft.com/office/drawing/2014/main" id="{BC4D87FC-B35A-0E55-F843-2B5A1209F615}"/>
              </a:ext>
            </a:extLst>
          </p:cNvPr>
          <p:cNvSpPr>
            <a:spLocks noGrp="1"/>
          </p:cNvSpPr>
          <p:nvPr>
            <p:ph type="pic" sz="quarter" idx="30"/>
          </p:nvPr>
        </p:nvSpPr>
        <p:spPr>
          <a:xfrm>
            <a:off x="602615" y="2210769"/>
            <a:ext cx="3529015" cy="2316707"/>
          </a:xfrm>
          <a:prstGeom prst="roundRect">
            <a:avLst>
              <a:gd name="adj" fmla="val 14193"/>
            </a:avLst>
          </a:prstGeom>
        </p:spPr>
        <p:txBody>
          <a:bodyPr/>
          <a:lstStyle/>
          <a:p>
            <a:endParaRPr lang="ru-RU"/>
          </a:p>
        </p:txBody>
      </p:sp>
      <p:sp>
        <p:nvSpPr>
          <p:cNvPr id="29" name="Description Placeholder">
            <a:extLst>
              <a:ext uri="{FF2B5EF4-FFF2-40B4-BE49-F238E27FC236}">
                <a16:creationId xmlns:a16="http://schemas.microsoft.com/office/drawing/2014/main" id="{82B50893-07E4-F0C4-96E3-91C0530E15BF}"/>
              </a:ext>
            </a:extLst>
          </p:cNvPr>
          <p:cNvSpPr>
            <a:spLocks noGrp="1"/>
          </p:cNvSpPr>
          <p:nvPr>
            <p:ph type="body" idx="55" hasCustomPrompt="1"/>
          </p:nvPr>
        </p:nvSpPr>
        <p:spPr>
          <a:xfrm>
            <a:off x="4352673" y="3362043"/>
            <a:ext cx="2268000" cy="207749"/>
          </a:xfrm>
        </p:spPr>
        <p:txBody>
          <a:bodyPr lIns="0" tIns="0" rIns="0" bIns="0" anchor="t" anchorCtr="0">
            <a:sp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30" name="Subtitle Placeholder">
            <a:extLst>
              <a:ext uri="{FF2B5EF4-FFF2-40B4-BE49-F238E27FC236}">
                <a16:creationId xmlns:a16="http://schemas.microsoft.com/office/drawing/2014/main" id="{1F4BF9BC-5CA4-8541-C224-C8CF6E0BB5B9}"/>
              </a:ext>
            </a:extLst>
          </p:cNvPr>
          <p:cNvSpPr>
            <a:spLocks noGrp="1"/>
          </p:cNvSpPr>
          <p:nvPr>
            <p:ph type="body" idx="56" hasCustomPrompt="1"/>
          </p:nvPr>
        </p:nvSpPr>
        <p:spPr>
          <a:xfrm>
            <a:off x="4352673" y="2961873"/>
            <a:ext cx="2268000" cy="380480"/>
          </a:xfrm>
        </p:spPr>
        <p:txBody>
          <a:bodyPr wrap="square" lIns="0" tIns="0" rIns="0" bIns="72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43" name="Рисунок 19">
            <a:extLst>
              <a:ext uri="{FF2B5EF4-FFF2-40B4-BE49-F238E27FC236}">
                <a16:creationId xmlns:a16="http://schemas.microsoft.com/office/drawing/2014/main" id="{6C444DE1-5DBF-D245-9FFD-9A5FFAA76E70}"/>
              </a:ext>
            </a:extLst>
          </p:cNvPr>
          <p:cNvSpPr>
            <a:spLocks noGrp="1"/>
          </p:cNvSpPr>
          <p:nvPr>
            <p:ph type="pic" sz="quarter" idx="62"/>
          </p:nvPr>
        </p:nvSpPr>
        <p:spPr>
          <a:xfrm>
            <a:off x="4352673" y="1330193"/>
            <a:ext cx="2268000" cy="1488883"/>
          </a:xfrm>
          <a:prstGeom prst="roundRect">
            <a:avLst>
              <a:gd name="adj" fmla="val 14193"/>
            </a:avLst>
          </a:prstGeom>
        </p:spPr>
        <p:txBody>
          <a:bodyPr/>
          <a:lstStyle/>
          <a:p>
            <a:endParaRPr lang="ru-RU"/>
          </a:p>
        </p:txBody>
      </p:sp>
      <p:sp>
        <p:nvSpPr>
          <p:cNvPr id="45" name="Description Placeholder">
            <a:extLst>
              <a:ext uri="{FF2B5EF4-FFF2-40B4-BE49-F238E27FC236}">
                <a16:creationId xmlns:a16="http://schemas.microsoft.com/office/drawing/2014/main" id="{B4F59620-62C0-98D7-659A-31F727359E1F}"/>
              </a:ext>
            </a:extLst>
          </p:cNvPr>
          <p:cNvSpPr>
            <a:spLocks noGrp="1"/>
          </p:cNvSpPr>
          <p:nvPr>
            <p:ph type="body" idx="63" hasCustomPrompt="1"/>
          </p:nvPr>
        </p:nvSpPr>
        <p:spPr>
          <a:xfrm>
            <a:off x="4352673" y="6059110"/>
            <a:ext cx="2268000" cy="207749"/>
          </a:xfrm>
        </p:spPr>
        <p:txBody>
          <a:bodyPr lIns="0" tIns="0" rIns="0" bIns="0" anchor="t" anchorCtr="0">
            <a:sp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6" name="Subtitle Placeholder">
            <a:extLst>
              <a:ext uri="{FF2B5EF4-FFF2-40B4-BE49-F238E27FC236}">
                <a16:creationId xmlns:a16="http://schemas.microsoft.com/office/drawing/2014/main" id="{4787A577-59A2-B86C-B66B-26B8D41D28AD}"/>
              </a:ext>
            </a:extLst>
          </p:cNvPr>
          <p:cNvSpPr>
            <a:spLocks noGrp="1"/>
          </p:cNvSpPr>
          <p:nvPr>
            <p:ph type="body" idx="64" hasCustomPrompt="1"/>
          </p:nvPr>
        </p:nvSpPr>
        <p:spPr>
          <a:xfrm>
            <a:off x="4352673" y="5663065"/>
            <a:ext cx="2268000" cy="380480"/>
          </a:xfrm>
        </p:spPr>
        <p:txBody>
          <a:bodyPr wrap="square" lIns="0" tIns="0" rIns="0" bIns="72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47" name="Рисунок 19">
            <a:extLst>
              <a:ext uri="{FF2B5EF4-FFF2-40B4-BE49-F238E27FC236}">
                <a16:creationId xmlns:a16="http://schemas.microsoft.com/office/drawing/2014/main" id="{C170451F-490A-6367-D26C-C450FF24CB55}"/>
              </a:ext>
            </a:extLst>
          </p:cNvPr>
          <p:cNvSpPr>
            <a:spLocks noGrp="1"/>
          </p:cNvSpPr>
          <p:nvPr>
            <p:ph type="pic" sz="quarter" idx="65"/>
          </p:nvPr>
        </p:nvSpPr>
        <p:spPr>
          <a:xfrm>
            <a:off x="4352673" y="4026192"/>
            <a:ext cx="2268000" cy="1488883"/>
          </a:xfrm>
          <a:prstGeom prst="roundRect">
            <a:avLst>
              <a:gd name="adj" fmla="val 14193"/>
            </a:avLst>
          </a:prstGeom>
        </p:spPr>
        <p:txBody>
          <a:bodyPr/>
          <a:lstStyle/>
          <a:p>
            <a:endParaRPr lang="ru-RU"/>
          </a:p>
        </p:txBody>
      </p:sp>
      <p:sp>
        <p:nvSpPr>
          <p:cNvPr id="48" name="Description Placeholder">
            <a:extLst>
              <a:ext uri="{FF2B5EF4-FFF2-40B4-BE49-F238E27FC236}">
                <a16:creationId xmlns:a16="http://schemas.microsoft.com/office/drawing/2014/main" id="{F4568D66-1823-C9E7-CC56-84013D4FB34F}"/>
              </a:ext>
            </a:extLst>
          </p:cNvPr>
          <p:cNvSpPr>
            <a:spLocks noGrp="1"/>
          </p:cNvSpPr>
          <p:nvPr>
            <p:ph type="body" idx="66" hasCustomPrompt="1"/>
          </p:nvPr>
        </p:nvSpPr>
        <p:spPr>
          <a:xfrm>
            <a:off x="6850282" y="3362043"/>
            <a:ext cx="2268000" cy="207749"/>
          </a:xfrm>
        </p:spPr>
        <p:txBody>
          <a:bodyPr lIns="0" tIns="0" rIns="0" bIns="0" anchor="t" anchorCtr="0">
            <a:sp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9" name="Subtitle Placeholder">
            <a:extLst>
              <a:ext uri="{FF2B5EF4-FFF2-40B4-BE49-F238E27FC236}">
                <a16:creationId xmlns:a16="http://schemas.microsoft.com/office/drawing/2014/main" id="{C5B23F1D-63F0-1CC5-EF60-BD035300BE86}"/>
              </a:ext>
            </a:extLst>
          </p:cNvPr>
          <p:cNvSpPr>
            <a:spLocks noGrp="1"/>
          </p:cNvSpPr>
          <p:nvPr>
            <p:ph type="body" idx="67" hasCustomPrompt="1"/>
          </p:nvPr>
        </p:nvSpPr>
        <p:spPr>
          <a:xfrm>
            <a:off x="6850282" y="2961873"/>
            <a:ext cx="2268000" cy="380480"/>
          </a:xfrm>
        </p:spPr>
        <p:txBody>
          <a:bodyPr wrap="square" lIns="0" tIns="0" rIns="0" bIns="72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50" name="Рисунок 19">
            <a:extLst>
              <a:ext uri="{FF2B5EF4-FFF2-40B4-BE49-F238E27FC236}">
                <a16:creationId xmlns:a16="http://schemas.microsoft.com/office/drawing/2014/main" id="{3C8F8782-251E-60E4-9BB8-837048AEDC7E}"/>
              </a:ext>
            </a:extLst>
          </p:cNvPr>
          <p:cNvSpPr>
            <a:spLocks noGrp="1"/>
          </p:cNvSpPr>
          <p:nvPr>
            <p:ph type="pic" sz="quarter" idx="68"/>
          </p:nvPr>
        </p:nvSpPr>
        <p:spPr>
          <a:xfrm>
            <a:off x="6850282" y="1330193"/>
            <a:ext cx="2268000" cy="1488883"/>
          </a:xfrm>
          <a:prstGeom prst="roundRect">
            <a:avLst>
              <a:gd name="adj" fmla="val 14193"/>
            </a:avLst>
          </a:prstGeom>
        </p:spPr>
        <p:txBody>
          <a:bodyPr/>
          <a:lstStyle/>
          <a:p>
            <a:endParaRPr lang="ru-RU"/>
          </a:p>
        </p:txBody>
      </p:sp>
      <p:sp>
        <p:nvSpPr>
          <p:cNvPr id="51" name="Description Placeholder">
            <a:extLst>
              <a:ext uri="{FF2B5EF4-FFF2-40B4-BE49-F238E27FC236}">
                <a16:creationId xmlns:a16="http://schemas.microsoft.com/office/drawing/2014/main" id="{F9AA26B2-42C9-92CA-4CB3-4DB92987B082}"/>
              </a:ext>
            </a:extLst>
          </p:cNvPr>
          <p:cNvSpPr>
            <a:spLocks noGrp="1"/>
          </p:cNvSpPr>
          <p:nvPr>
            <p:ph type="body" idx="69" hasCustomPrompt="1"/>
          </p:nvPr>
        </p:nvSpPr>
        <p:spPr>
          <a:xfrm>
            <a:off x="6850282" y="6059110"/>
            <a:ext cx="2268000" cy="207749"/>
          </a:xfrm>
        </p:spPr>
        <p:txBody>
          <a:bodyPr lIns="0" tIns="0" rIns="0" bIns="0" anchor="t" anchorCtr="0">
            <a:sp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2" name="Subtitle Placeholder">
            <a:extLst>
              <a:ext uri="{FF2B5EF4-FFF2-40B4-BE49-F238E27FC236}">
                <a16:creationId xmlns:a16="http://schemas.microsoft.com/office/drawing/2014/main" id="{82B858AD-4F0D-712D-9303-A524C1A29767}"/>
              </a:ext>
            </a:extLst>
          </p:cNvPr>
          <p:cNvSpPr>
            <a:spLocks noGrp="1"/>
          </p:cNvSpPr>
          <p:nvPr>
            <p:ph type="body" idx="70" hasCustomPrompt="1"/>
          </p:nvPr>
        </p:nvSpPr>
        <p:spPr>
          <a:xfrm>
            <a:off x="6850282" y="5663065"/>
            <a:ext cx="2268000" cy="380480"/>
          </a:xfrm>
        </p:spPr>
        <p:txBody>
          <a:bodyPr wrap="square" lIns="0" tIns="0" rIns="0" bIns="72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53" name="Рисунок 19">
            <a:extLst>
              <a:ext uri="{FF2B5EF4-FFF2-40B4-BE49-F238E27FC236}">
                <a16:creationId xmlns:a16="http://schemas.microsoft.com/office/drawing/2014/main" id="{73B18007-C430-A4D7-5C2A-932F2E8FDD30}"/>
              </a:ext>
            </a:extLst>
          </p:cNvPr>
          <p:cNvSpPr>
            <a:spLocks noGrp="1"/>
          </p:cNvSpPr>
          <p:nvPr>
            <p:ph type="pic" sz="quarter" idx="71"/>
          </p:nvPr>
        </p:nvSpPr>
        <p:spPr>
          <a:xfrm>
            <a:off x="6850282" y="4026192"/>
            <a:ext cx="2268000" cy="1488883"/>
          </a:xfrm>
          <a:prstGeom prst="roundRect">
            <a:avLst>
              <a:gd name="adj" fmla="val 14193"/>
            </a:avLst>
          </a:prstGeom>
        </p:spPr>
        <p:txBody>
          <a:bodyPr/>
          <a:lstStyle/>
          <a:p>
            <a:endParaRPr lang="ru-RU"/>
          </a:p>
        </p:txBody>
      </p:sp>
      <p:sp>
        <p:nvSpPr>
          <p:cNvPr id="54" name="Description Placeholder">
            <a:extLst>
              <a:ext uri="{FF2B5EF4-FFF2-40B4-BE49-F238E27FC236}">
                <a16:creationId xmlns:a16="http://schemas.microsoft.com/office/drawing/2014/main" id="{225C7596-49DB-902A-D14F-73448941265A}"/>
              </a:ext>
            </a:extLst>
          </p:cNvPr>
          <p:cNvSpPr>
            <a:spLocks noGrp="1"/>
          </p:cNvSpPr>
          <p:nvPr>
            <p:ph type="body" idx="72" hasCustomPrompt="1"/>
          </p:nvPr>
        </p:nvSpPr>
        <p:spPr>
          <a:xfrm>
            <a:off x="9347892" y="3362043"/>
            <a:ext cx="2268000" cy="207749"/>
          </a:xfrm>
        </p:spPr>
        <p:txBody>
          <a:bodyPr lIns="0" tIns="0" rIns="0" bIns="0" anchor="t" anchorCtr="0">
            <a:sp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5" name="Subtitle Placeholder">
            <a:extLst>
              <a:ext uri="{FF2B5EF4-FFF2-40B4-BE49-F238E27FC236}">
                <a16:creationId xmlns:a16="http://schemas.microsoft.com/office/drawing/2014/main" id="{40B23254-76BD-8E01-1C23-C62664B4C330}"/>
              </a:ext>
            </a:extLst>
          </p:cNvPr>
          <p:cNvSpPr>
            <a:spLocks noGrp="1"/>
          </p:cNvSpPr>
          <p:nvPr>
            <p:ph type="body" idx="73" hasCustomPrompt="1"/>
          </p:nvPr>
        </p:nvSpPr>
        <p:spPr>
          <a:xfrm>
            <a:off x="9347892" y="2961873"/>
            <a:ext cx="2268000" cy="380480"/>
          </a:xfrm>
        </p:spPr>
        <p:txBody>
          <a:bodyPr wrap="square" lIns="0" tIns="0" rIns="0" bIns="72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56" name="Рисунок 19">
            <a:extLst>
              <a:ext uri="{FF2B5EF4-FFF2-40B4-BE49-F238E27FC236}">
                <a16:creationId xmlns:a16="http://schemas.microsoft.com/office/drawing/2014/main" id="{E60F54A2-5055-E443-89CB-54605F6CA019}"/>
              </a:ext>
            </a:extLst>
          </p:cNvPr>
          <p:cNvSpPr>
            <a:spLocks noGrp="1"/>
          </p:cNvSpPr>
          <p:nvPr>
            <p:ph type="pic" sz="quarter" idx="74"/>
          </p:nvPr>
        </p:nvSpPr>
        <p:spPr>
          <a:xfrm>
            <a:off x="9347892" y="1330193"/>
            <a:ext cx="2268000" cy="1488883"/>
          </a:xfrm>
          <a:prstGeom prst="roundRect">
            <a:avLst>
              <a:gd name="adj" fmla="val 14193"/>
            </a:avLst>
          </a:prstGeom>
        </p:spPr>
        <p:txBody>
          <a:bodyPr/>
          <a:lstStyle/>
          <a:p>
            <a:endParaRPr lang="ru-RU"/>
          </a:p>
        </p:txBody>
      </p:sp>
      <p:sp>
        <p:nvSpPr>
          <p:cNvPr id="57" name="Description Placeholder">
            <a:extLst>
              <a:ext uri="{FF2B5EF4-FFF2-40B4-BE49-F238E27FC236}">
                <a16:creationId xmlns:a16="http://schemas.microsoft.com/office/drawing/2014/main" id="{F25E6C95-3F0F-68CC-4FFA-9FDC088733F1}"/>
              </a:ext>
            </a:extLst>
          </p:cNvPr>
          <p:cNvSpPr>
            <a:spLocks noGrp="1"/>
          </p:cNvSpPr>
          <p:nvPr>
            <p:ph type="body" idx="75" hasCustomPrompt="1"/>
          </p:nvPr>
        </p:nvSpPr>
        <p:spPr>
          <a:xfrm>
            <a:off x="9347892" y="6059110"/>
            <a:ext cx="2268000" cy="207749"/>
          </a:xfrm>
        </p:spPr>
        <p:txBody>
          <a:bodyPr lIns="0" tIns="0" rIns="0" bIns="0" anchor="t" anchorCtr="0">
            <a:sp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8" name="Subtitle Placeholder">
            <a:extLst>
              <a:ext uri="{FF2B5EF4-FFF2-40B4-BE49-F238E27FC236}">
                <a16:creationId xmlns:a16="http://schemas.microsoft.com/office/drawing/2014/main" id="{28C665B9-6FDD-B628-AC2B-591F5ACCCC9B}"/>
              </a:ext>
            </a:extLst>
          </p:cNvPr>
          <p:cNvSpPr>
            <a:spLocks noGrp="1"/>
          </p:cNvSpPr>
          <p:nvPr>
            <p:ph type="body" idx="76" hasCustomPrompt="1"/>
          </p:nvPr>
        </p:nvSpPr>
        <p:spPr>
          <a:xfrm>
            <a:off x="9347892" y="5663065"/>
            <a:ext cx="2268000" cy="380480"/>
          </a:xfrm>
        </p:spPr>
        <p:txBody>
          <a:bodyPr wrap="square" lIns="0" tIns="0" rIns="0" bIns="72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59" name="Рисунок 19">
            <a:extLst>
              <a:ext uri="{FF2B5EF4-FFF2-40B4-BE49-F238E27FC236}">
                <a16:creationId xmlns:a16="http://schemas.microsoft.com/office/drawing/2014/main" id="{C24C7172-3631-D666-1F29-2CEF689F2B2C}"/>
              </a:ext>
            </a:extLst>
          </p:cNvPr>
          <p:cNvSpPr>
            <a:spLocks noGrp="1"/>
          </p:cNvSpPr>
          <p:nvPr>
            <p:ph type="pic" sz="quarter" idx="77"/>
          </p:nvPr>
        </p:nvSpPr>
        <p:spPr>
          <a:xfrm>
            <a:off x="9347892" y="4026192"/>
            <a:ext cx="2268000" cy="1488883"/>
          </a:xfrm>
          <a:prstGeom prst="roundRect">
            <a:avLst>
              <a:gd name="adj" fmla="val 14193"/>
            </a:avLst>
          </a:prstGeom>
        </p:spPr>
        <p:txBody>
          <a:bodyPr/>
          <a:lstStyle/>
          <a:p>
            <a:endParaRPr lang="ru-RU"/>
          </a:p>
        </p:txBody>
      </p:sp>
      <p:sp>
        <p:nvSpPr>
          <p:cNvPr id="2" name="Footer Placeholder">
            <a:extLst>
              <a:ext uri="{FF2B5EF4-FFF2-40B4-BE49-F238E27FC236}">
                <a16:creationId xmlns:a16="http://schemas.microsoft.com/office/drawing/2014/main" id="{4C48A129-837D-DDB4-0741-9D423BF29E20}"/>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4904811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s S08V1">
    <p:spTree>
      <p:nvGrpSpPr>
        <p:cNvPr id="1" name=""/>
        <p:cNvGrpSpPr/>
        <p:nvPr/>
      </p:nvGrpSpPr>
      <p:grpSpPr>
        <a:xfrm>
          <a:off x="0" y="0"/>
          <a:ext cx="0" cy="0"/>
          <a:chOff x="0" y="0"/>
          <a:chExt cx="0" cy="0"/>
        </a:xfrm>
      </p:grpSpPr>
      <p:sp>
        <p:nvSpPr>
          <p:cNvPr id="6" name="Ellipse">
            <a:extLst>
              <a:ext uri="{FF2B5EF4-FFF2-40B4-BE49-F238E27FC236}">
                <a16:creationId xmlns:a16="http://schemas.microsoft.com/office/drawing/2014/main" id="{5CAEE2A5-5825-35BB-EDBC-95C019A4AFB1}"/>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Ellipse">
            <a:extLst>
              <a:ext uri="{FF2B5EF4-FFF2-40B4-BE49-F238E27FC236}">
                <a16:creationId xmlns:a16="http://schemas.microsoft.com/office/drawing/2014/main" id="{7722B7D4-4152-B127-B754-3B0F81EE73B9}"/>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Ellipse">
            <a:extLst>
              <a:ext uri="{FF2B5EF4-FFF2-40B4-BE49-F238E27FC236}">
                <a16:creationId xmlns:a16="http://schemas.microsoft.com/office/drawing/2014/main" id="{A8902D62-B293-E849-91F1-4442FCE31261}"/>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Заголовок 1">
            <a:extLst>
              <a:ext uri="{FF2B5EF4-FFF2-40B4-BE49-F238E27FC236}">
                <a16:creationId xmlns:a16="http://schemas.microsoft.com/office/drawing/2014/main" id="{64CE893E-F8FA-E020-DF59-80A9D62248C4}"/>
              </a:ext>
            </a:extLst>
          </p:cNvPr>
          <p:cNvSpPr>
            <a:spLocks noGrp="1"/>
          </p:cNvSpPr>
          <p:nvPr>
            <p:ph type="title" hasCustomPrompt="1"/>
          </p:nvPr>
        </p:nvSpPr>
        <p:spPr>
          <a:xfrm>
            <a:off x="587375" y="1309407"/>
            <a:ext cx="3529013" cy="2659190"/>
          </a:xfrm>
          <a:prstGeom prst="rect">
            <a:avLst/>
          </a:prstGeom>
        </p:spPr>
        <p:txBody>
          <a:bodyPr vert="horz" wrap="square" lIns="0" tIns="0" rIns="0" bIns="0" rtlCol="0" anchor="t" anchorCtr="0">
            <a:noAutofit/>
          </a:bodyPr>
          <a:lstStyle>
            <a:lvl1pPr algn="l">
              <a:defRPr sz="4800"/>
            </a:lvl1pPr>
          </a:lstStyle>
          <a:p>
            <a:pPr lvl="0"/>
            <a:r>
              <a:rPr lang="en-US" dirty="0"/>
              <a:t>Click to edit Master text styles</a:t>
            </a:r>
            <a:endParaRPr lang="ru-RU" dirty="0"/>
          </a:p>
        </p:txBody>
      </p:sp>
      <p:sp>
        <p:nvSpPr>
          <p:cNvPr id="12" name="Объект 11">
            <a:extLst>
              <a:ext uri="{FF2B5EF4-FFF2-40B4-BE49-F238E27FC236}">
                <a16:creationId xmlns:a16="http://schemas.microsoft.com/office/drawing/2014/main" id="{52A126BD-D882-3B9B-59B4-81BE62E1FCBB}"/>
              </a:ext>
            </a:extLst>
          </p:cNvPr>
          <p:cNvSpPr>
            <a:spLocks noGrp="1"/>
          </p:cNvSpPr>
          <p:nvPr>
            <p:ph sz="quarter" idx="31" hasCustomPrompt="1"/>
          </p:nvPr>
        </p:nvSpPr>
        <p:spPr>
          <a:xfrm>
            <a:off x="4332287" y="1304925"/>
            <a:ext cx="7257097" cy="4968256"/>
          </a:xfrm>
        </p:spPr>
        <p:txBody>
          <a:bodyPr/>
          <a:lstStyle>
            <a:lvl1pPr marL="228600" indent="-228600">
              <a:spcAft>
                <a:spcPts val="1000"/>
              </a:spcAft>
              <a:buClr>
                <a:schemeClr val="accent1"/>
              </a:buClr>
              <a:buSzPct val="130000"/>
              <a:buFont typeface="Arial" panose="020B0604020202020204" pitchFamily="34" charset="0"/>
              <a:buChar char="•"/>
              <a:defRPr sz="1350">
                <a:solidFill>
                  <a:schemeClr val="tx1"/>
                </a:solidFill>
              </a:defRPr>
            </a:lvl1pPr>
            <a:lvl2pPr marL="685800" indent="-228600">
              <a:spcAft>
                <a:spcPts val="1000"/>
              </a:spcAft>
              <a:buClr>
                <a:schemeClr val="accent1"/>
              </a:buClr>
              <a:buSzPct val="130000"/>
              <a:buFont typeface="Arial" panose="020B0604020202020204" pitchFamily="34" charset="0"/>
              <a:buChar char="•"/>
              <a:defRPr sz="1200">
                <a:solidFill>
                  <a:schemeClr val="tx1"/>
                </a:solidFill>
              </a:defRPr>
            </a:lvl2pPr>
            <a:lvl3pPr marL="1143000" indent="-228600">
              <a:spcAft>
                <a:spcPts val="1000"/>
              </a:spcAft>
              <a:buClr>
                <a:schemeClr val="accent1"/>
              </a:buClr>
              <a:buSzPct val="130000"/>
              <a:buFont typeface="Arial" panose="020B0604020202020204" pitchFamily="34" charset="0"/>
              <a:buChar char="•"/>
              <a:defRPr sz="1000">
                <a:solidFill>
                  <a:schemeClr val="tx1"/>
                </a:solidFill>
              </a:defRPr>
            </a:lvl3pPr>
            <a:lvl4pPr>
              <a:buClr>
                <a:schemeClr val="accent1"/>
              </a:buClr>
              <a:buSzPct val="120000"/>
              <a:defRPr sz="1000"/>
            </a:lvl4pPr>
            <a:lvl5pPr>
              <a:buClr>
                <a:schemeClr val="accent1"/>
              </a:buClr>
              <a:buSzPct val="120000"/>
              <a:defRPr/>
            </a:lvl5pPr>
          </a:lstStyle>
          <a:p>
            <a:pPr lvl="0"/>
            <a:r>
              <a:rPr lang="en-US" dirty="0"/>
              <a:t>Click to edit Master text</a:t>
            </a:r>
            <a:endParaRPr lang="ru-RU" dirty="0"/>
          </a:p>
          <a:p>
            <a:pPr lvl="1"/>
            <a:r>
              <a:rPr lang="en-US" dirty="0"/>
              <a:t>Click to edit Master text</a:t>
            </a:r>
            <a:endParaRPr lang="ru-RU" dirty="0"/>
          </a:p>
          <a:p>
            <a:pPr lvl="2"/>
            <a:r>
              <a:rPr lang="en-US" dirty="0"/>
              <a:t>Click to edit Master text</a:t>
            </a:r>
            <a:endParaRPr lang="ru-RU" dirty="0"/>
          </a:p>
        </p:txBody>
      </p:sp>
      <p:sp>
        <p:nvSpPr>
          <p:cNvPr id="2" name="Footer Placeholder">
            <a:extLst>
              <a:ext uri="{FF2B5EF4-FFF2-40B4-BE49-F238E27FC236}">
                <a16:creationId xmlns:a16="http://schemas.microsoft.com/office/drawing/2014/main" id="{F380ACB7-88D7-4D60-5EBC-A03D2569BF36}"/>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8702671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estion S09V1">
    <p:bg>
      <p:bgPr>
        <a:solidFill>
          <a:schemeClr val="tx1"/>
        </a:solidFill>
        <a:effectLst/>
      </p:bgPr>
    </p:bg>
    <p:spTree>
      <p:nvGrpSpPr>
        <p:cNvPr id="1" name=""/>
        <p:cNvGrpSpPr/>
        <p:nvPr/>
      </p:nvGrpSpPr>
      <p:grpSpPr>
        <a:xfrm>
          <a:off x="0" y="0"/>
          <a:ext cx="0" cy="0"/>
          <a:chOff x="0" y="0"/>
          <a:chExt cx="0" cy="0"/>
        </a:xfrm>
      </p:grpSpPr>
      <p:sp>
        <p:nvSpPr>
          <p:cNvPr id="2" name="Ellipse">
            <a:extLst>
              <a:ext uri="{FF2B5EF4-FFF2-40B4-BE49-F238E27FC236}">
                <a16:creationId xmlns:a16="http://schemas.microsoft.com/office/drawing/2014/main" id="{4888AF0B-A4F3-2D44-01FB-F32B9982E87F}"/>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Ellipse">
            <a:extLst>
              <a:ext uri="{FF2B5EF4-FFF2-40B4-BE49-F238E27FC236}">
                <a16:creationId xmlns:a16="http://schemas.microsoft.com/office/drawing/2014/main" id="{230749D6-BD3D-8F9B-E980-582F7A7422D1}"/>
              </a:ext>
            </a:extLst>
          </p:cNvPr>
          <p:cNvSpPr/>
          <p:nvPr userDrawn="1"/>
        </p:nvSpPr>
        <p:spPr>
          <a:xfrm>
            <a:off x="895725" y="608091"/>
            <a:ext cx="144000" cy="14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7A476165-27F1-01EB-EA7F-441DAA76CE3E}"/>
              </a:ext>
            </a:extLst>
          </p:cNvPr>
          <p:cNvSpPr/>
          <p:nvPr userDrawn="1"/>
        </p:nvSpPr>
        <p:spPr>
          <a:xfrm>
            <a:off x="1204074" y="608091"/>
            <a:ext cx="144000" cy="144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скругленные углы 13">
            <a:extLst>
              <a:ext uri="{FF2B5EF4-FFF2-40B4-BE49-F238E27FC236}">
                <a16:creationId xmlns:a16="http://schemas.microsoft.com/office/drawing/2014/main" id="{799E5187-0891-8565-4FC5-F333C2780DB6}"/>
              </a:ext>
            </a:extLst>
          </p:cNvPr>
          <p:cNvSpPr/>
          <p:nvPr userDrawn="1"/>
        </p:nvSpPr>
        <p:spPr>
          <a:xfrm>
            <a:off x="4332288" y="2195269"/>
            <a:ext cx="7254000" cy="1314000"/>
          </a:xfrm>
          <a:prstGeom prst="roundRect">
            <a:avLst>
              <a:gd name="adj" fmla="val 2005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bg1"/>
              </a:solidFill>
            </a:endParaRPr>
          </a:p>
        </p:txBody>
      </p:sp>
      <p:sp>
        <p:nvSpPr>
          <p:cNvPr id="15" name="Овал 14">
            <a:extLst>
              <a:ext uri="{FF2B5EF4-FFF2-40B4-BE49-F238E27FC236}">
                <a16:creationId xmlns:a16="http://schemas.microsoft.com/office/drawing/2014/main" id="{E4E8500D-F569-FECD-F317-735A9815DE93}"/>
              </a:ext>
            </a:extLst>
          </p:cNvPr>
          <p:cNvSpPr/>
          <p:nvPr userDrawn="1"/>
        </p:nvSpPr>
        <p:spPr>
          <a:xfrm>
            <a:off x="4548288" y="2636269"/>
            <a:ext cx="432000" cy="432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solidFill>
                <a:schemeClr val="bg1"/>
              </a:solidFill>
            </a:endParaRPr>
          </a:p>
        </p:txBody>
      </p:sp>
      <p:sp>
        <p:nvSpPr>
          <p:cNvPr id="17" name="Subtitle Placeholder">
            <a:extLst>
              <a:ext uri="{FF2B5EF4-FFF2-40B4-BE49-F238E27FC236}">
                <a16:creationId xmlns:a16="http://schemas.microsoft.com/office/drawing/2014/main" id="{B17C8D92-0251-C28C-C8F4-26213930B2DE}"/>
              </a:ext>
            </a:extLst>
          </p:cNvPr>
          <p:cNvSpPr>
            <a:spLocks noGrp="1"/>
          </p:cNvSpPr>
          <p:nvPr>
            <p:ph type="body" idx="35" hasCustomPrompt="1"/>
          </p:nvPr>
        </p:nvSpPr>
        <p:spPr>
          <a:xfrm>
            <a:off x="5003603" y="2195578"/>
            <a:ext cx="6582683" cy="1313382"/>
          </a:xfrm>
        </p:spPr>
        <p:txBody>
          <a:bodyPr lIns="108000" tIns="216000" rIns="216000" bIns="216000" anchor="ctr" anchorCtr="0">
            <a:noAutofit/>
          </a:bodyPr>
          <a:lstStyle>
            <a:lvl1pPr marL="0" indent="0" algn="l">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18" name="Заголовок 1">
            <a:extLst>
              <a:ext uri="{FF2B5EF4-FFF2-40B4-BE49-F238E27FC236}">
                <a16:creationId xmlns:a16="http://schemas.microsoft.com/office/drawing/2014/main" id="{60C53B96-5E01-8FF5-0CEA-DB654126BFA0}"/>
              </a:ext>
            </a:extLst>
          </p:cNvPr>
          <p:cNvSpPr>
            <a:spLocks noGrp="1"/>
          </p:cNvSpPr>
          <p:nvPr>
            <p:ph type="title" hasCustomPrompt="1"/>
          </p:nvPr>
        </p:nvSpPr>
        <p:spPr>
          <a:xfrm>
            <a:off x="597207" y="2187472"/>
            <a:ext cx="3519181" cy="1329595"/>
          </a:xfrm>
          <a:prstGeom prst="rect">
            <a:avLst/>
          </a:prstGeom>
        </p:spPr>
        <p:txBody>
          <a:bodyPr vert="horz" wrap="square" lIns="0" tIns="0" rIns="0" bIns="0" rtlCol="0" anchor="ctr" anchorCtr="0">
            <a:noAutofit/>
          </a:bodyPr>
          <a:lstStyle>
            <a:lvl1pPr>
              <a:defRPr sz="4800">
                <a:solidFill>
                  <a:schemeClr val="bg1"/>
                </a:solidFill>
              </a:defRPr>
            </a:lvl1pPr>
          </a:lstStyle>
          <a:p>
            <a:pPr lvl="0"/>
            <a:r>
              <a:rPr lang="en-US" dirty="0"/>
              <a:t>Click to edit</a:t>
            </a:r>
            <a:endParaRPr lang="ru-RU" dirty="0"/>
          </a:p>
        </p:txBody>
      </p:sp>
      <p:sp>
        <p:nvSpPr>
          <p:cNvPr id="20" name="Прямоугольник: скругленные углы 19">
            <a:extLst>
              <a:ext uri="{FF2B5EF4-FFF2-40B4-BE49-F238E27FC236}">
                <a16:creationId xmlns:a16="http://schemas.microsoft.com/office/drawing/2014/main" id="{B9D96637-3C17-E3FA-F6F0-A37F4A37C85F}"/>
              </a:ext>
            </a:extLst>
          </p:cNvPr>
          <p:cNvSpPr/>
          <p:nvPr userDrawn="1"/>
        </p:nvSpPr>
        <p:spPr>
          <a:xfrm>
            <a:off x="4340163" y="3741810"/>
            <a:ext cx="7254000" cy="2534400"/>
          </a:xfrm>
          <a:prstGeom prst="roundRect">
            <a:avLst>
              <a:gd name="adj" fmla="val 1293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21" name="Text Placeholder">
            <a:extLst>
              <a:ext uri="{FF2B5EF4-FFF2-40B4-BE49-F238E27FC236}">
                <a16:creationId xmlns:a16="http://schemas.microsoft.com/office/drawing/2014/main" id="{A865C557-71BB-2779-D0B3-5CA99F10DD8A}"/>
              </a:ext>
            </a:extLst>
          </p:cNvPr>
          <p:cNvSpPr>
            <a:spLocks noGrp="1"/>
          </p:cNvSpPr>
          <p:nvPr>
            <p:ph type="body" idx="25" hasCustomPrompt="1"/>
          </p:nvPr>
        </p:nvSpPr>
        <p:spPr>
          <a:xfrm>
            <a:off x="4340162" y="3741810"/>
            <a:ext cx="7246125" cy="2534431"/>
          </a:xfrm>
        </p:spPr>
        <p:txBody>
          <a:bodyPr lIns="216000" tIns="432000" rIns="216000" bIns="432000" anchor="b"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pic>
        <p:nvPicPr>
          <p:cNvPr id="24" name="Рисунок 23" descr="Вопросительный знак со сплошной заливкой">
            <a:extLst>
              <a:ext uri="{FF2B5EF4-FFF2-40B4-BE49-F238E27FC236}">
                <a16:creationId xmlns:a16="http://schemas.microsoft.com/office/drawing/2014/main" id="{D7DF206F-4496-108F-AD24-3B56F20DFA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2288" y="2690269"/>
            <a:ext cx="324000" cy="324000"/>
          </a:xfrm>
          <a:prstGeom prst="rect">
            <a:avLst/>
          </a:prstGeom>
        </p:spPr>
      </p:pic>
      <p:sp>
        <p:nvSpPr>
          <p:cNvPr id="6" name="Footer Placeholder">
            <a:extLst>
              <a:ext uri="{FF2B5EF4-FFF2-40B4-BE49-F238E27FC236}">
                <a16:creationId xmlns:a16="http://schemas.microsoft.com/office/drawing/2014/main" id="{5CD358DA-07C0-6973-C628-FC156CC6BC8A}"/>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0424490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arket Size S10V1">
    <p:bg>
      <p:bgPr>
        <a:solidFill>
          <a:schemeClr val="bg1"/>
        </a:solidFill>
        <a:effectLst/>
      </p:bgPr>
    </p:bg>
    <p:spTree>
      <p:nvGrpSpPr>
        <p:cNvPr id="1" name=""/>
        <p:cNvGrpSpPr/>
        <p:nvPr/>
      </p:nvGrpSpPr>
      <p:grpSpPr>
        <a:xfrm>
          <a:off x="0" y="0"/>
          <a:ext cx="0" cy="0"/>
          <a:chOff x="0" y="0"/>
          <a:chExt cx="0" cy="0"/>
        </a:xfrm>
      </p:grpSpPr>
      <p:sp>
        <p:nvSpPr>
          <p:cNvPr id="36" name="Прямоугольник: скругленные углы 35">
            <a:extLst>
              <a:ext uri="{FF2B5EF4-FFF2-40B4-BE49-F238E27FC236}">
                <a16:creationId xmlns:a16="http://schemas.microsoft.com/office/drawing/2014/main" id="{04A42216-7E82-7528-CD1A-A6FC30C8C60C}"/>
              </a:ext>
            </a:extLst>
          </p:cNvPr>
          <p:cNvSpPr/>
          <p:nvPr userDrawn="1"/>
        </p:nvSpPr>
        <p:spPr>
          <a:xfrm>
            <a:off x="587374" y="2179796"/>
            <a:ext cx="3529014" cy="4091600"/>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accent6"/>
              </a:solidFill>
            </a:endParaRPr>
          </a:p>
        </p:txBody>
      </p:sp>
      <p:sp>
        <p:nvSpPr>
          <p:cNvPr id="8" name="Прямоугольник: скругленные углы 7">
            <a:extLst>
              <a:ext uri="{FF2B5EF4-FFF2-40B4-BE49-F238E27FC236}">
                <a16:creationId xmlns:a16="http://schemas.microsoft.com/office/drawing/2014/main" id="{A5084AB2-CD1E-395E-CF0D-FB737CC75CA0}"/>
              </a:ext>
            </a:extLst>
          </p:cNvPr>
          <p:cNvSpPr/>
          <p:nvPr userDrawn="1"/>
        </p:nvSpPr>
        <p:spPr>
          <a:xfrm>
            <a:off x="803881" y="2600565"/>
            <a:ext cx="3096000" cy="1656870"/>
          </a:xfrm>
          <a:prstGeom prst="roundRect">
            <a:avLst>
              <a:gd name="adj" fmla="val 2088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7" name="Text Placeholder">
            <a:extLst>
              <a:ext uri="{FF2B5EF4-FFF2-40B4-BE49-F238E27FC236}">
                <a16:creationId xmlns:a16="http://schemas.microsoft.com/office/drawing/2014/main" id="{4CFD6951-2B26-71A4-843F-BEC7C30DEC1C}"/>
              </a:ext>
            </a:extLst>
          </p:cNvPr>
          <p:cNvSpPr>
            <a:spLocks noGrp="1"/>
          </p:cNvSpPr>
          <p:nvPr>
            <p:ph type="body" idx="25" hasCustomPrompt="1"/>
          </p:nvPr>
        </p:nvSpPr>
        <p:spPr>
          <a:xfrm>
            <a:off x="587374" y="5006400"/>
            <a:ext cx="3529014" cy="1267215"/>
          </a:xfrm>
        </p:spPr>
        <p:txBody>
          <a:bodyPr lIns="216000" tIns="0" rIns="216000" bIns="43200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38" name="Subtitle Placeholder">
            <a:extLst>
              <a:ext uri="{FF2B5EF4-FFF2-40B4-BE49-F238E27FC236}">
                <a16:creationId xmlns:a16="http://schemas.microsoft.com/office/drawing/2014/main" id="{9381AB56-D8E5-FBC1-7A41-348A0603CD6A}"/>
              </a:ext>
            </a:extLst>
          </p:cNvPr>
          <p:cNvSpPr>
            <a:spLocks noGrp="1"/>
          </p:cNvSpPr>
          <p:nvPr>
            <p:ph type="body" idx="24" hasCustomPrompt="1"/>
          </p:nvPr>
        </p:nvSpPr>
        <p:spPr>
          <a:xfrm>
            <a:off x="587374" y="4328542"/>
            <a:ext cx="3529014" cy="634941"/>
          </a:xfrm>
        </p:spPr>
        <p:txBody>
          <a:bodyPr wrap="square" lIns="216000" tIns="216000" rIns="216000" bIns="108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40" name="Прямоугольник: скругленные углы 39">
            <a:extLst>
              <a:ext uri="{FF2B5EF4-FFF2-40B4-BE49-F238E27FC236}">
                <a16:creationId xmlns:a16="http://schemas.microsoft.com/office/drawing/2014/main" id="{1A9F7F37-97E9-8006-AB1D-3CB6B7609794}"/>
              </a:ext>
            </a:extLst>
          </p:cNvPr>
          <p:cNvSpPr/>
          <p:nvPr userDrawn="1"/>
        </p:nvSpPr>
        <p:spPr>
          <a:xfrm>
            <a:off x="4332389" y="2184332"/>
            <a:ext cx="3529014" cy="4087064"/>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1" name="Text Placeholder">
            <a:extLst>
              <a:ext uri="{FF2B5EF4-FFF2-40B4-BE49-F238E27FC236}">
                <a16:creationId xmlns:a16="http://schemas.microsoft.com/office/drawing/2014/main" id="{49C5B22F-1D00-F62F-6E27-9F7AD620B3B4}"/>
              </a:ext>
            </a:extLst>
          </p:cNvPr>
          <p:cNvSpPr>
            <a:spLocks noGrp="1"/>
          </p:cNvSpPr>
          <p:nvPr>
            <p:ph type="body" idx="26" hasCustomPrompt="1"/>
          </p:nvPr>
        </p:nvSpPr>
        <p:spPr>
          <a:xfrm>
            <a:off x="4332388" y="5006415"/>
            <a:ext cx="3529014" cy="1267200"/>
          </a:xfrm>
        </p:spPr>
        <p:txBody>
          <a:bodyPr lIns="216000" tIns="0" rIns="216000" bIns="43200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2" name="Subtitle Placeholder">
            <a:extLst>
              <a:ext uri="{FF2B5EF4-FFF2-40B4-BE49-F238E27FC236}">
                <a16:creationId xmlns:a16="http://schemas.microsoft.com/office/drawing/2014/main" id="{1547E5EC-7DE8-DBB2-79FD-8907197130CB}"/>
              </a:ext>
            </a:extLst>
          </p:cNvPr>
          <p:cNvSpPr>
            <a:spLocks noGrp="1"/>
          </p:cNvSpPr>
          <p:nvPr>
            <p:ph type="body" idx="27" hasCustomPrompt="1"/>
          </p:nvPr>
        </p:nvSpPr>
        <p:spPr>
          <a:xfrm>
            <a:off x="4332388" y="4328542"/>
            <a:ext cx="3529014" cy="634941"/>
          </a:xfrm>
        </p:spPr>
        <p:txBody>
          <a:bodyPr wrap="square" lIns="216000" tIns="216000" rIns="216000" bIns="108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44" name="Прямоугольник: скругленные углы 43">
            <a:extLst>
              <a:ext uri="{FF2B5EF4-FFF2-40B4-BE49-F238E27FC236}">
                <a16:creationId xmlns:a16="http://schemas.microsoft.com/office/drawing/2014/main" id="{2A5363D4-C271-C0B9-8935-0CCADAF11FA8}"/>
              </a:ext>
            </a:extLst>
          </p:cNvPr>
          <p:cNvSpPr/>
          <p:nvPr userDrawn="1"/>
        </p:nvSpPr>
        <p:spPr>
          <a:xfrm>
            <a:off x="8075614" y="2184332"/>
            <a:ext cx="3529014" cy="4087064"/>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45" name="Text Placeholder">
            <a:extLst>
              <a:ext uri="{FF2B5EF4-FFF2-40B4-BE49-F238E27FC236}">
                <a16:creationId xmlns:a16="http://schemas.microsoft.com/office/drawing/2014/main" id="{F891FD97-B7EA-F5E6-E1D0-74D6DBC0F4BC}"/>
              </a:ext>
            </a:extLst>
          </p:cNvPr>
          <p:cNvSpPr>
            <a:spLocks noGrp="1"/>
          </p:cNvSpPr>
          <p:nvPr>
            <p:ph type="body" idx="28" hasCustomPrompt="1"/>
          </p:nvPr>
        </p:nvSpPr>
        <p:spPr>
          <a:xfrm>
            <a:off x="8075614" y="5006415"/>
            <a:ext cx="3529014" cy="1267200"/>
          </a:xfrm>
        </p:spPr>
        <p:txBody>
          <a:bodyPr lIns="216000" tIns="0" rIns="216000" bIns="432000" anchor="t" anchorCtr="0">
            <a:noAutofit/>
          </a:bodyPr>
          <a:lstStyle>
            <a:lvl1pPr marL="0" indent="0" algn="ctr">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a:p>
            <a:pPr lvl="0"/>
            <a:endParaRPr lang="en-US" dirty="0"/>
          </a:p>
        </p:txBody>
      </p:sp>
      <p:sp>
        <p:nvSpPr>
          <p:cNvPr id="46" name="Subtitle Placeholder">
            <a:extLst>
              <a:ext uri="{FF2B5EF4-FFF2-40B4-BE49-F238E27FC236}">
                <a16:creationId xmlns:a16="http://schemas.microsoft.com/office/drawing/2014/main" id="{D0EEDCE7-8068-CF9C-885B-9F87E538F3F8}"/>
              </a:ext>
            </a:extLst>
          </p:cNvPr>
          <p:cNvSpPr>
            <a:spLocks noGrp="1"/>
          </p:cNvSpPr>
          <p:nvPr>
            <p:ph type="body" idx="29" hasCustomPrompt="1"/>
          </p:nvPr>
        </p:nvSpPr>
        <p:spPr>
          <a:xfrm>
            <a:off x="8075614" y="4328542"/>
            <a:ext cx="3529014" cy="634941"/>
          </a:xfrm>
        </p:spPr>
        <p:txBody>
          <a:bodyPr wrap="square" lIns="216000" tIns="216000" rIns="216000" bIns="108000" anchor="ctr" anchorCtr="0">
            <a:noAutofit/>
          </a:bodyPr>
          <a:lstStyle>
            <a:lvl1pPr marL="0" indent="0" algn="ctr">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a:t>
            </a:r>
            <a:endParaRPr lang="ru-RU" dirty="0"/>
          </a:p>
        </p:txBody>
      </p:sp>
      <p:sp>
        <p:nvSpPr>
          <p:cNvPr id="7" name="Large Number Placeholder">
            <a:extLst>
              <a:ext uri="{FF2B5EF4-FFF2-40B4-BE49-F238E27FC236}">
                <a16:creationId xmlns:a16="http://schemas.microsoft.com/office/drawing/2014/main" id="{CD65E890-E2F6-BDD9-7A20-2F1E95973921}"/>
              </a:ext>
            </a:extLst>
          </p:cNvPr>
          <p:cNvSpPr>
            <a:spLocks noGrp="1"/>
          </p:cNvSpPr>
          <p:nvPr>
            <p:ph type="body" idx="35" hasCustomPrompt="1"/>
          </p:nvPr>
        </p:nvSpPr>
        <p:spPr>
          <a:xfrm>
            <a:off x="803882" y="3044280"/>
            <a:ext cx="3095999" cy="769441"/>
          </a:xfrm>
        </p:spPr>
        <p:txBody>
          <a:bodyPr lIns="216000" tIns="0" rIns="216000" bIns="0" anchor="ctr" anchorCtr="0">
            <a:spAutoFit/>
          </a:bodyPr>
          <a:lstStyle>
            <a:lvl1pPr marL="0" indent="0" algn="ctr">
              <a:spcBef>
                <a:spcPts val="0"/>
              </a:spcBef>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2" name="Заголовок 1">
            <a:extLst>
              <a:ext uri="{FF2B5EF4-FFF2-40B4-BE49-F238E27FC236}">
                <a16:creationId xmlns:a16="http://schemas.microsoft.com/office/drawing/2014/main" id="{B066C2E0-EACD-7CB7-D754-91C063112B61}"/>
              </a:ext>
            </a:extLst>
          </p:cNvPr>
          <p:cNvSpPr>
            <a:spLocks noGrp="1"/>
          </p:cNvSpPr>
          <p:nvPr>
            <p:ph type="title" hasCustomPrompt="1"/>
          </p:nvPr>
        </p:nvSpPr>
        <p:spPr>
          <a:xfrm>
            <a:off x="597207" y="1309407"/>
            <a:ext cx="11007419" cy="664797"/>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3" name="Ellipse">
            <a:extLst>
              <a:ext uri="{FF2B5EF4-FFF2-40B4-BE49-F238E27FC236}">
                <a16:creationId xmlns:a16="http://schemas.microsoft.com/office/drawing/2014/main" id="{C2EEA550-955E-5D3C-D83C-C55432BB09E5}"/>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1552E557-E055-AD84-C261-1D7A7B11A725}"/>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63FDD438-759C-433D-E846-753E488C0B0D}"/>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скругленные углы 9">
            <a:extLst>
              <a:ext uri="{FF2B5EF4-FFF2-40B4-BE49-F238E27FC236}">
                <a16:creationId xmlns:a16="http://schemas.microsoft.com/office/drawing/2014/main" id="{1A9B46A7-08C3-C14D-8BE9-9200F80C634D}"/>
              </a:ext>
            </a:extLst>
          </p:cNvPr>
          <p:cNvSpPr/>
          <p:nvPr userDrawn="1"/>
        </p:nvSpPr>
        <p:spPr>
          <a:xfrm>
            <a:off x="4548896" y="2600565"/>
            <a:ext cx="3096000" cy="1656870"/>
          </a:xfrm>
          <a:prstGeom prst="roundRect">
            <a:avLst>
              <a:gd name="adj" fmla="val 2088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Medium Number Placeholder">
            <a:extLst>
              <a:ext uri="{FF2B5EF4-FFF2-40B4-BE49-F238E27FC236}">
                <a16:creationId xmlns:a16="http://schemas.microsoft.com/office/drawing/2014/main" id="{45ED0865-6AA9-46DC-DDA5-D1A4D51E4488}"/>
              </a:ext>
            </a:extLst>
          </p:cNvPr>
          <p:cNvSpPr>
            <a:spLocks noGrp="1"/>
          </p:cNvSpPr>
          <p:nvPr>
            <p:ph type="body" idx="36" hasCustomPrompt="1"/>
          </p:nvPr>
        </p:nvSpPr>
        <p:spPr>
          <a:xfrm>
            <a:off x="4548897" y="3121224"/>
            <a:ext cx="3095999" cy="615553"/>
          </a:xfrm>
        </p:spPr>
        <p:txBody>
          <a:bodyPr lIns="216000" tIns="0" rIns="216000" bIns="0" anchor="ctr" anchorCtr="0">
            <a:spAutoFit/>
          </a:bodyPr>
          <a:lstStyle>
            <a:lvl1pPr marL="0" indent="0" algn="ctr">
              <a:spcBef>
                <a:spcPts val="0"/>
              </a:spcBef>
              <a:buNone/>
              <a:defRPr sz="4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12" name="Прямоугольник: скругленные углы 11">
            <a:extLst>
              <a:ext uri="{FF2B5EF4-FFF2-40B4-BE49-F238E27FC236}">
                <a16:creationId xmlns:a16="http://schemas.microsoft.com/office/drawing/2014/main" id="{082E2707-40B9-02AF-342A-E0B619E78E1C}"/>
              </a:ext>
            </a:extLst>
          </p:cNvPr>
          <p:cNvSpPr/>
          <p:nvPr userDrawn="1"/>
        </p:nvSpPr>
        <p:spPr>
          <a:xfrm>
            <a:off x="8292121" y="2600565"/>
            <a:ext cx="3096000" cy="1656870"/>
          </a:xfrm>
          <a:prstGeom prst="roundRect">
            <a:avLst>
              <a:gd name="adj" fmla="val 2088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Small Number Placeholder">
            <a:extLst>
              <a:ext uri="{FF2B5EF4-FFF2-40B4-BE49-F238E27FC236}">
                <a16:creationId xmlns:a16="http://schemas.microsoft.com/office/drawing/2014/main" id="{E8246FD5-C2DE-AB6A-8DCD-54166E9D77A6}"/>
              </a:ext>
            </a:extLst>
          </p:cNvPr>
          <p:cNvSpPr>
            <a:spLocks noGrp="1"/>
          </p:cNvSpPr>
          <p:nvPr>
            <p:ph type="body" idx="37" hasCustomPrompt="1"/>
          </p:nvPr>
        </p:nvSpPr>
        <p:spPr>
          <a:xfrm>
            <a:off x="8292122" y="3198168"/>
            <a:ext cx="3095999" cy="461665"/>
          </a:xfrm>
        </p:spPr>
        <p:txBody>
          <a:bodyPr lIns="216000" tIns="0" rIns="216000" bIns="0" anchor="ctr" anchorCtr="0">
            <a:spAutoFit/>
          </a:bodyPr>
          <a:lstStyle>
            <a:lvl1pPr marL="0" indent="0" algn="ctr">
              <a:spcBef>
                <a:spcPts val="0"/>
              </a:spcBef>
              <a:buNone/>
              <a:defRPr sz="3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5" name="Footer Placeholder">
            <a:extLst>
              <a:ext uri="{FF2B5EF4-FFF2-40B4-BE49-F238E27FC236}">
                <a16:creationId xmlns:a16="http://schemas.microsoft.com/office/drawing/2014/main" id="{27F478A7-B9EF-7A7D-3226-61739175AFBC}"/>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138073706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Market Size S10V2">
    <p:bg>
      <p:bgPr>
        <a:solidFill>
          <a:schemeClr val="bg1"/>
        </a:solidFill>
        <a:effectLst/>
      </p:bgPr>
    </p:bg>
    <p:spTree>
      <p:nvGrpSpPr>
        <p:cNvPr id="1" name=""/>
        <p:cNvGrpSpPr/>
        <p:nvPr/>
      </p:nvGrpSpPr>
      <p:grpSpPr>
        <a:xfrm>
          <a:off x="0" y="0"/>
          <a:ext cx="0" cy="0"/>
          <a:chOff x="0" y="0"/>
          <a:chExt cx="0" cy="0"/>
        </a:xfrm>
      </p:grpSpPr>
      <p:sp>
        <p:nvSpPr>
          <p:cNvPr id="37" name="Text Placeholder">
            <a:extLst>
              <a:ext uri="{FF2B5EF4-FFF2-40B4-BE49-F238E27FC236}">
                <a16:creationId xmlns:a16="http://schemas.microsoft.com/office/drawing/2014/main" id="{4CFD6951-2B26-71A4-843F-BEC7C30DEC1C}"/>
              </a:ext>
            </a:extLst>
          </p:cNvPr>
          <p:cNvSpPr>
            <a:spLocks noGrp="1"/>
          </p:cNvSpPr>
          <p:nvPr>
            <p:ph type="body" idx="25" hasCustomPrompt="1"/>
          </p:nvPr>
        </p:nvSpPr>
        <p:spPr>
          <a:xfrm>
            <a:off x="6644022" y="2982835"/>
            <a:ext cx="4960604" cy="623248"/>
          </a:xfrm>
        </p:spPr>
        <p:txBody>
          <a:bodyPr lIns="108000" tIns="0" rIns="0" bIns="0" anchor="t"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br>
              <a:rPr lang="en-US" dirty="0"/>
            </a:br>
            <a:endParaRPr lang="ru-RU" dirty="0"/>
          </a:p>
        </p:txBody>
      </p:sp>
      <p:sp>
        <p:nvSpPr>
          <p:cNvPr id="38" name="Subtitle Placeholder">
            <a:extLst>
              <a:ext uri="{FF2B5EF4-FFF2-40B4-BE49-F238E27FC236}">
                <a16:creationId xmlns:a16="http://schemas.microsoft.com/office/drawing/2014/main" id="{9381AB56-D8E5-FBC1-7A41-348A0603CD6A}"/>
              </a:ext>
            </a:extLst>
          </p:cNvPr>
          <p:cNvSpPr>
            <a:spLocks noGrp="1"/>
          </p:cNvSpPr>
          <p:nvPr>
            <p:ph type="body" idx="24" hasCustomPrompt="1"/>
          </p:nvPr>
        </p:nvSpPr>
        <p:spPr>
          <a:xfrm>
            <a:off x="6644021" y="2505472"/>
            <a:ext cx="4960443" cy="416831"/>
          </a:xfrm>
        </p:spPr>
        <p:txBody>
          <a:bodyPr wrap="square" lIns="108000" tIns="0" rIns="0" bIns="108000" anchor="ctr"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1" name="Text Placeholder">
            <a:extLst>
              <a:ext uri="{FF2B5EF4-FFF2-40B4-BE49-F238E27FC236}">
                <a16:creationId xmlns:a16="http://schemas.microsoft.com/office/drawing/2014/main" id="{49C5B22F-1D00-F62F-6E27-9F7AD620B3B4}"/>
              </a:ext>
            </a:extLst>
          </p:cNvPr>
          <p:cNvSpPr>
            <a:spLocks noGrp="1"/>
          </p:cNvSpPr>
          <p:nvPr>
            <p:ph type="body" idx="26" hasCustomPrompt="1"/>
          </p:nvPr>
        </p:nvSpPr>
        <p:spPr>
          <a:xfrm>
            <a:off x="6644021" y="4315939"/>
            <a:ext cx="4960443" cy="622800"/>
          </a:xfrm>
        </p:spPr>
        <p:txBody>
          <a:bodyPr lIns="108000" tIns="0" rIns="0" bIns="0" anchor="t"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2" name="Subtitle Placeholder">
            <a:extLst>
              <a:ext uri="{FF2B5EF4-FFF2-40B4-BE49-F238E27FC236}">
                <a16:creationId xmlns:a16="http://schemas.microsoft.com/office/drawing/2014/main" id="{1547E5EC-7DE8-DBB2-79FD-8907197130CB}"/>
              </a:ext>
            </a:extLst>
          </p:cNvPr>
          <p:cNvSpPr>
            <a:spLocks noGrp="1"/>
          </p:cNvSpPr>
          <p:nvPr>
            <p:ph type="body" idx="27" hasCustomPrompt="1"/>
          </p:nvPr>
        </p:nvSpPr>
        <p:spPr>
          <a:xfrm>
            <a:off x="6644021" y="3838562"/>
            <a:ext cx="4960443" cy="416831"/>
          </a:xfrm>
        </p:spPr>
        <p:txBody>
          <a:bodyPr wrap="square" lIns="108000" tIns="0" rIns="0" bIns="108000" anchor="ctr"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45" name="Text Placeholder">
            <a:extLst>
              <a:ext uri="{FF2B5EF4-FFF2-40B4-BE49-F238E27FC236}">
                <a16:creationId xmlns:a16="http://schemas.microsoft.com/office/drawing/2014/main" id="{F891FD97-B7EA-F5E6-E1D0-74D6DBC0F4BC}"/>
              </a:ext>
            </a:extLst>
          </p:cNvPr>
          <p:cNvSpPr>
            <a:spLocks noGrp="1"/>
          </p:cNvSpPr>
          <p:nvPr>
            <p:ph type="body" idx="28" hasCustomPrompt="1"/>
          </p:nvPr>
        </p:nvSpPr>
        <p:spPr>
          <a:xfrm>
            <a:off x="6644021" y="5648596"/>
            <a:ext cx="4960443" cy="622800"/>
          </a:xfrm>
        </p:spPr>
        <p:txBody>
          <a:bodyPr lIns="108000" tIns="0" rIns="0" bIns="0" anchor="t" anchorCtr="0">
            <a:noAutofit/>
          </a:bodyPr>
          <a:lstStyle>
            <a:lvl1pPr marL="0" indent="0" algn="l">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a:p>
            <a:pPr lvl="0"/>
            <a:endParaRPr lang="en-US" dirty="0"/>
          </a:p>
        </p:txBody>
      </p:sp>
      <p:sp>
        <p:nvSpPr>
          <p:cNvPr id="46" name="Subtitle Placeholder">
            <a:extLst>
              <a:ext uri="{FF2B5EF4-FFF2-40B4-BE49-F238E27FC236}">
                <a16:creationId xmlns:a16="http://schemas.microsoft.com/office/drawing/2014/main" id="{D0EEDCE7-8068-CF9C-885B-9F87E538F3F8}"/>
              </a:ext>
            </a:extLst>
          </p:cNvPr>
          <p:cNvSpPr>
            <a:spLocks noGrp="1"/>
          </p:cNvSpPr>
          <p:nvPr>
            <p:ph type="body" idx="29" hasCustomPrompt="1"/>
          </p:nvPr>
        </p:nvSpPr>
        <p:spPr>
          <a:xfrm>
            <a:off x="6644021" y="5171219"/>
            <a:ext cx="4960443" cy="416831"/>
          </a:xfrm>
        </p:spPr>
        <p:txBody>
          <a:bodyPr wrap="square" lIns="108000" tIns="0" rIns="0" bIns="108000" anchor="ctr" anchorCtr="0">
            <a:noAutofit/>
          </a:bodyPr>
          <a:lstStyle>
            <a:lvl1pPr marL="0" indent="0" algn="l">
              <a:buNone/>
              <a:defRPr sz="2000" b="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2" name="Заголовок 1">
            <a:extLst>
              <a:ext uri="{FF2B5EF4-FFF2-40B4-BE49-F238E27FC236}">
                <a16:creationId xmlns:a16="http://schemas.microsoft.com/office/drawing/2014/main" id="{B066C2E0-EACD-7CB7-D754-91C063112B61}"/>
              </a:ext>
            </a:extLst>
          </p:cNvPr>
          <p:cNvSpPr>
            <a:spLocks noGrp="1"/>
          </p:cNvSpPr>
          <p:nvPr>
            <p:ph type="title" hasCustomPrompt="1"/>
          </p:nvPr>
        </p:nvSpPr>
        <p:spPr>
          <a:xfrm>
            <a:off x="6209621" y="1345419"/>
            <a:ext cx="5392501" cy="664797"/>
          </a:xfrm>
          <a:prstGeom prst="rect">
            <a:avLst/>
          </a:prstGeom>
        </p:spPr>
        <p:txBody>
          <a:bodyPr vert="horz" wrap="square" lIns="0" tIns="0" rIns="0" bIns="0" rtlCol="0" anchor="t" anchorCtr="0">
            <a:noAutofit/>
          </a:bodyPr>
          <a:lstStyle>
            <a:lvl1pPr>
              <a:defRPr sz="4800"/>
            </a:lvl1pPr>
          </a:lstStyle>
          <a:p>
            <a:pPr lvl="0"/>
            <a:r>
              <a:rPr lang="en-US" dirty="0"/>
              <a:t>Click to edit</a:t>
            </a:r>
            <a:endParaRPr lang="ru-RU" dirty="0"/>
          </a:p>
        </p:txBody>
      </p:sp>
      <p:sp>
        <p:nvSpPr>
          <p:cNvPr id="3" name="Ellipse">
            <a:extLst>
              <a:ext uri="{FF2B5EF4-FFF2-40B4-BE49-F238E27FC236}">
                <a16:creationId xmlns:a16="http://schemas.microsoft.com/office/drawing/2014/main" id="{C2EEA550-955E-5D3C-D83C-C55432BB09E5}"/>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1552E557-E055-AD84-C261-1D7A7B11A725}"/>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63FDD438-759C-433D-E846-753E488C0B0D}"/>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Овал 8">
            <a:extLst>
              <a:ext uri="{FF2B5EF4-FFF2-40B4-BE49-F238E27FC236}">
                <a16:creationId xmlns:a16="http://schemas.microsoft.com/office/drawing/2014/main" id="{0DEBC109-9EC9-DBC5-3B20-9A38107A02D9}"/>
              </a:ext>
            </a:extLst>
          </p:cNvPr>
          <p:cNvSpPr/>
          <p:nvPr userDrawn="1"/>
        </p:nvSpPr>
        <p:spPr>
          <a:xfrm>
            <a:off x="595907" y="1309407"/>
            <a:ext cx="4961989" cy="4961989"/>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Овал 13">
            <a:extLst>
              <a:ext uri="{FF2B5EF4-FFF2-40B4-BE49-F238E27FC236}">
                <a16:creationId xmlns:a16="http://schemas.microsoft.com/office/drawing/2014/main" id="{2E07EA05-8751-C3D4-2942-EE579497C5E8}"/>
              </a:ext>
            </a:extLst>
          </p:cNvPr>
          <p:cNvSpPr/>
          <p:nvPr userDrawn="1"/>
        </p:nvSpPr>
        <p:spPr>
          <a:xfrm>
            <a:off x="1424501" y="2966596"/>
            <a:ext cx="3304800" cy="33048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Овал 15">
            <a:extLst>
              <a:ext uri="{FF2B5EF4-FFF2-40B4-BE49-F238E27FC236}">
                <a16:creationId xmlns:a16="http://schemas.microsoft.com/office/drawing/2014/main" id="{AD78EE67-60D6-1051-32CA-5D9FF4AD34A6}"/>
              </a:ext>
            </a:extLst>
          </p:cNvPr>
          <p:cNvSpPr/>
          <p:nvPr userDrawn="1"/>
        </p:nvSpPr>
        <p:spPr>
          <a:xfrm>
            <a:off x="1975301" y="4068196"/>
            <a:ext cx="2203200" cy="22032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Large Number Placeholder">
            <a:extLst>
              <a:ext uri="{FF2B5EF4-FFF2-40B4-BE49-F238E27FC236}">
                <a16:creationId xmlns:a16="http://schemas.microsoft.com/office/drawing/2014/main" id="{CD65E890-E2F6-BDD9-7A20-2F1E95973921}"/>
              </a:ext>
            </a:extLst>
          </p:cNvPr>
          <p:cNvSpPr>
            <a:spLocks noGrp="1"/>
          </p:cNvSpPr>
          <p:nvPr>
            <p:ph type="body" idx="35" hasCustomPrompt="1"/>
          </p:nvPr>
        </p:nvSpPr>
        <p:spPr>
          <a:xfrm>
            <a:off x="1744597" y="1792585"/>
            <a:ext cx="2664608" cy="769441"/>
          </a:xfrm>
        </p:spPr>
        <p:txBody>
          <a:bodyPr wrap="square" lIns="216000" tIns="0" rIns="216000" bIns="0" anchor="ctr" anchorCtr="0">
            <a:spAutoFit/>
          </a:bodyPr>
          <a:lstStyle>
            <a:lvl1pPr marL="0" indent="0" algn="ctr">
              <a:spcBef>
                <a:spcPts val="0"/>
              </a:spcBef>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11" name="Medium Number Placeholder">
            <a:extLst>
              <a:ext uri="{FF2B5EF4-FFF2-40B4-BE49-F238E27FC236}">
                <a16:creationId xmlns:a16="http://schemas.microsoft.com/office/drawing/2014/main" id="{45ED0865-6AA9-46DC-DDA5-D1A4D51E4488}"/>
              </a:ext>
            </a:extLst>
          </p:cNvPr>
          <p:cNvSpPr>
            <a:spLocks noGrp="1"/>
          </p:cNvSpPr>
          <p:nvPr>
            <p:ph type="body" idx="36" hasCustomPrompt="1"/>
          </p:nvPr>
        </p:nvSpPr>
        <p:spPr>
          <a:xfrm>
            <a:off x="1744597" y="3293984"/>
            <a:ext cx="2664608" cy="615553"/>
          </a:xfrm>
        </p:spPr>
        <p:txBody>
          <a:bodyPr wrap="square" lIns="216000" tIns="0" rIns="216000" bIns="0" anchor="ctr" anchorCtr="0">
            <a:spAutoFit/>
          </a:bodyPr>
          <a:lstStyle>
            <a:lvl1pPr marL="0" indent="0" algn="ctr">
              <a:spcBef>
                <a:spcPts val="0"/>
              </a:spcBef>
              <a:buNone/>
              <a:defRPr sz="4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13" name="Small Number Placeholder">
            <a:extLst>
              <a:ext uri="{FF2B5EF4-FFF2-40B4-BE49-F238E27FC236}">
                <a16:creationId xmlns:a16="http://schemas.microsoft.com/office/drawing/2014/main" id="{E8246FD5-C2DE-AB6A-8DCD-54166E9D77A6}"/>
              </a:ext>
            </a:extLst>
          </p:cNvPr>
          <p:cNvSpPr>
            <a:spLocks noGrp="1"/>
          </p:cNvSpPr>
          <p:nvPr>
            <p:ph type="body" idx="37" hasCustomPrompt="1"/>
          </p:nvPr>
        </p:nvSpPr>
        <p:spPr>
          <a:xfrm>
            <a:off x="1975301" y="4938964"/>
            <a:ext cx="2203200" cy="461665"/>
          </a:xfrm>
        </p:spPr>
        <p:txBody>
          <a:bodyPr wrap="square" lIns="216000" tIns="0" rIns="216000" bIns="0" anchor="ctr" anchorCtr="0">
            <a:spAutoFit/>
          </a:bodyPr>
          <a:lstStyle>
            <a:lvl1pPr marL="0" indent="0" algn="ctr">
              <a:spcBef>
                <a:spcPts val="0"/>
              </a:spcBef>
              <a:buNone/>
              <a:defRPr sz="3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XX</a:t>
            </a:r>
          </a:p>
        </p:txBody>
      </p:sp>
      <p:sp>
        <p:nvSpPr>
          <p:cNvPr id="17" name="Овал 16">
            <a:extLst>
              <a:ext uri="{FF2B5EF4-FFF2-40B4-BE49-F238E27FC236}">
                <a16:creationId xmlns:a16="http://schemas.microsoft.com/office/drawing/2014/main" id="{43BF51F8-B1CA-2F00-FD1D-008952CEFA20}"/>
              </a:ext>
            </a:extLst>
          </p:cNvPr>
          <p:cNvSpPr/>
          <p:nvPr userDrawn="1"/>
        </p:nvSpPr>
        <p:spPr>
          <a:xfrm>
            <a:off x="6209621" y="2500000"/>
            <a:ext cx="432000" cy="432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8" name="Рисунок 17" descr="Стрелка вниз со сплошной заливкой">
            <a:extLst>
              <a:ext uri="{FF2B5EF4-FFF2-40B4-BE49-F238E27FC236}">
                <a16:creationId xmlns:a16="http://schemas.microsoft.com/office/drawing/2014/main" id="{83027D65-C4E2-FCD3-5E70-5B6C110D93EC}"/>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6140556" y="2596932"/>
            <a:ext cx="562221" cy="238137"/>
          </a:xfrm>
          <a:prstGeom prst="rect">
            <a:avLst/>
          </a:prstGeom>
        </p:spPr>
      </p:pic>
      <p:sp>
        <p:nvSpPr>
          <p:cNvPr id="19" name="Овал 18">
            <a:extLst>
              <a:ext uri="{FF2B5EF4-FFF2-40B4-BE49-F238E27FC236}">
                <a16:creationId xmlns:a16="http://schemas.microsoft.com/office/drawing/2014/main" id="{BD68C1CD-3495-08DB-7486-46D73D5FDE7B}"/>
              </a:ext>
            </a:extLst>
          </p:cNvPr>
          <p:cNvSpPr/>
          <p:nvPr userDrawn="1"/>
        </p:nvSpPr>
        <p:spPr>
          <a:xfrm>
            <a:off x="6209621" y="3832177"/>
            <a:ext cx="432000" cy="432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0" name="Рисунок 19" descr="Стрелка вниз со сплошной заливкой">
            <a:extLst>
              <a:ext uri="{FF2B5EF4-FFF2-40B4-BE49-F238E27FC236}">
                <a16:creationId xmlns:a16="http://schemas.microsoft.com/office/drawing/2014/main" id="{3BE03DEF-ED75-A621-BE7F-BFA819CFF0DC}"/>
              </a:ext>
            </a:extLst>
          </p:cNvPr>
          <p:cNvPicPr>
            <a:picLocks noChangeAspect="1"/>
          </p:cNvPicPr>
          <p:nvPr userDrawn="1"/>
        </p:nvPicPr>
        <p:blipFill>
          <a:blip r:embed="rId4">
            <a:extLst>
              <a:ext uri="{96DAC541-7B7A-43D3-8B79-37D633B846F1}">
                <asvg:svgBlip xmlns:asvg="http://schemas.microsoft.com/office/drawing/2016/SVG/main" r:embed="rId5"/>
              </a:ext>
            </a:extLst>
          </a:blip>
          <a:srcRect t="54542" b="3102"/>
          <a:stretch>
            <a:fillRect/>
          </a:stretch>
        </p:blipFill>
        <p:spPr>
          <a:xfrm rot="16200000">
            <a:off x="6140556" y="3929109"/>
            <a:ext cx="562221" cy="238137"/>
          </a:xfrm>
          <a:prstGeom prst="rect">
            <a:avLst/>
          </a:prstGeom>
        </p:spPr>
      </p:pic>
      <p:sp>
        <p:nvSpPr>
          <p:cNvPr id="21" name="Овал 20">
            <a:extLst>
              <a:ext uri="{FF2B5EF4-FFF2-40B4-BE49-F238E27FC236}">
                <a16:creationId xmlns:a16="http://schemas.microsoft.com/office/drawing/2014/main" id="{1DEB87B2-FC87-5D20-2CC8-DBE386DEC8E1}"/>
              </a:ext>
            </a:extLst>
          </p:cNvPr>
          <p:cNvSpPr/>
          <p:nvPr userDrawn="1"/>
        </p:nvSpPr>
        <p:spPr>
          <a:xfrm>
            <a:off x="6209621" y="5169388"/>
            <a:ext cx="432000" cy="432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2" name="Рисунок 21" descr="Стрелка вниз со сплошной заливкой">
            <a:extLst>
              <a:ext uri="{FF2B5EF4-FFF2-40B4-BE49-F238E27FC236}">
                <a16:creationId xmlns:a16="http://schemas.microsoft.com/office/drawing/2014/main" id="{7E615517-B16B-472D-BCB3-A0FC9DF1E1A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4542" b="3102"/>
          <a:stretch>
            <a:fillRect/>
          </a:stretch>
        </p:blipFill>
        <p:spPr>
          <a:xfrm rot="16200000">
            <a:off x="6140556" y="5266320"/>
            <a:ext cx="562221" cy="238137"/>
          </a:xfrm>
          <a:prstGeom prst="rect">
            <a:avLst/>
          </a:prstGeom>
        </p:spPr>
      </p:pic>
      <p:sp>
        <p:nvSpPr>
          <p:cNvPr id="5" name="Footer Placeholder">
            <a:extLst>
              <a:ext uri="{FF2B5EF4-FFF2-40B4-BE49-F238E27FC236}">
                <a16:creationId xmlns:a16="http://schemas.microsoft.com/office/drawing/2014/main" id="{0E0FA043-CBED-0286-C618-E9A2400FF60E}"/>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7135932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66C2E0-EACD-7CB7-D754-91C063112B61}"/>
              </a:ext>
            </a:extLst>
          </p:cNvPr>
          <p:cNvSpPr>
            <a:spLocks noGrp="1"/>
          </p:cNvSpPr>
          <p:nvPr>
            <p:ph type="title" hasCustomPrompt="1"/>
          </p:nvPr>
        </p:nvSpPr>
        <p:spPr>
          <a:xfrm>
            <a:off x="597207" y="1309407"/>
            <a:ext cx="11007419" cy="1329595"/>
          </a:xfrm>
          <a:prstGeom prst="rect">
            <a:avLst/>
          </a:prstGeom>
        </p:spPr>
        <p:txBody>
          <a:bodyPr vert="horz" wrap="square" lIns="0" tIns="0" rIns="0" bIns="0" rtlCol="0" anchor="t" anchorCtr="0">
            <a:noAutofit/>
          </a:bodyPr>
          <a:lstStyle>
            <a:lvl1pPr>
              <a:defRPr sz="4800"/>
            </a:lvl1pPr>
          </a:lstStyle>
          <a:p>
            <a:pPr lvl="0"/>
            <a:r>
              <a:rPr lang="en-US" dirty="0"/>
              <a:t>Click to edit Master text styles</a:t>
            </a:r>
            <a:endParaRPr lang="ru-RU" dirty="0"/>
          </a:p>
        </p:txBody>
      </p:sp>
      <p:sp>
        <p:nvSpPr>
          <p:cNvPr id="3" name="Ellipse">
            <a:extLst>
              <a:ext uri="{FF2B5EF4-FFF2-40B4-BE49-F238E27FC236}">
                <a16:creationId xmlns:a16="http://schemas.microsoft.com/office/drawing/2014/main" id="{C2EEA550-955E-5D3C-D83C-C55432BB09E5}"/>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1552E557-E055-AD84-C261-1D7A7B11A725}"/>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63FDD438-759C-433D-E846-753E488C0B0D}"/>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Footer Placeholder">
            <a:extLst>
              <a:ext uri="{FF2B5EF4-FFF2-40B4-BE49-F238E27FC236}">
                <a16:creationId xmlns:a16="http://schemas.microsoft.com/office/drawing/2014/main" id="{96436BFC-C368-0FAA-E21F-E1B288D9FB6C}"/>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4711137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3" name="Ellipse">
            <a:extLst>
              <a:ext uri="{FF2B5EF4-FFF2-40B4-BE49-F238E27FC236}">
                <a16:creationId xmlns:a16="http://schemas.microsoft.com/office/drawing/2014/main" id="{C2EEA550-955E-5D3C-D83C-C55432BB09E5}"/>
              </a:ext>
            </a:extLst>
          </p:cNvPr>
          <p:cNvSpPr/>
          <p:nvPr userDrawn="1"/>
        </p:nvSpPr>
        <p:spPr>
          <a:xfrm>
            <a:off x="587375" y="608091"/>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Ellipse">
            <a:extLst>
              <a:ext uri="{FF2B5EF4-FFF2-40B4-BE49-F238E27FC236}">
                <a16:creationId xmlns:a16="http://schemas.microsoft.com/office/drawing/2014/main" id="{1552E557-E055-AD84-C261-1D7A7B11A725}"/>
              </a:ext>
            </a:extLst>
          </p:cNvPr>
          <p:cNvSpPr/>
          <p:nvPr userDrawn="1"/>
        </p:nvSpPr>
        <p:spPr>
          <a:xfrm>
            <a:off x="895725" y="608091"/>
            <a:ext cx="144000" cy="14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Ellipse">
            <a:extLst>
              <a:ext uri="{FF2B5EF4-FFF2-40B4-BE49-F238E27FC236}">
                <a16:creationId xmlns:a16="http://schemas.microsoft.com/office/drawing/2014/main" id="{63FDD438-759C-433D-E846-753E488C0B0D}"/>
              </a:ext>
            </a:extLst>
          </p:cNvPr>
          <p:cNvSpPr/>
          <p:nvPr userDrawn="1"/>
        </p:nvSpPr>
        <p:spPr>
          <a:xfrm>
            <a:off x="1204074" y="608091"/>
            <a:ext cx="144000" cy="144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Footer Placeholder">
            <a:extLst>
              <a:ext uri="{FF2B5EF4-FFF2-40B4-BE49-F238E27FC236}">
                <a16:creationId xmlns:a16="http://schemas.microsoft.com/office/drawing/2014/main" id="{5D53115C-292D-F124-0890-B86F34E43207}"/>
              </a:ext>
            </a:extLst>
          </p:cNvPr>
          <p:cNvSpPr>
            <a:spLocks noGrp="1"/>
          </p:cNvSpPr>
          <p:nvPr>
            <p:ph type="body" sz="quarter" idx="22" hasCustomPrompt="1"/>
          </p:nvPr>
        </p:nvSpPr>
        <p:spPr>
          <a:xfrm>
            <a:off x="1512423" y="586604"/>
            <a:ext cx="6336648"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50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7304954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1.jpe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DBC626-9493-4173-4785-B4E4251F3E76}"/>
              </a:ext>
            </a:extLst>
          </p:cNvPr>
          <p:cNvSpPr>
            <a:spLocks noGrp="1"/>
          </p:cNvSpPr>
          <p:nvPr>
            <p:ph type="title"/>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Текст 2">
            <a:extLst>
              <a:ext uri="{FF2B5EF4-FFF2-40B4-BE49-F238E27FC236}">
                <a16:creationId xmlns:a16="http://schemas.microsoft.com/office/drawing/2014/main" id="{32DC0C7E-C392-88D5-6F37-5427AF82E737}"/>
              </a:ext>
            </a:extLst>
          </p:cNvPr>
          <p:cNvSpPr>
            <a:spLocks noGrp="1"/>
          </p:cNvSpPr>
          <p:nvPr>
            <p:ph type="body" idx="1"/>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7" name="Дата 3">
            <a:extLst>
              <a:ext uri="{FF2B5EF4-FFF2-40B4-BE49-F238E27FC236}">
                <a16:creationId xmlns:a16="http://schemas.microsoft.com/office/drawing/2014/main" id="{C856EB71-562D-6CA2-3EF1-E90DBC2AC822}"/>
              </a:ext>
            </a:extLst>
          </p:cNvPr>
          <p:cNvSpPr>
            <a:spLocks noGrp="1"/>
          </p:cNvSpPr>
          <p:nvPr>
            <p:ph type="dt" sz="half" idx="2"/>
          </p:nvPr>
        </p:nvSpPr>
        <p:spPr>
          <a:xfrm>
            <a:off x="597207" y="6280409"/>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E33663-4344-4711-B9F5-6FAF6501A89C}" type="datetimeFigureOut">
              <a:rPr lang="ru-RU" smtClean="0"/>
              <a:t>29.09.2025</a:t>
            </a:fld>
            <a:endParaRPr lang="ru-RU"/>
          </a:p>
        </p:txBody>
      </p:sp>
      <p:sp>
        <p:nvSpPr>
          <p:cNvPr id="8" name="Нижний колонтитул 4">
            <a:extLst>
              <a:ext uri="{FF2B5EF4-FFF2-40B4-BE49-F238E27FC236}">
                <a16:creationId xmlns:a16="http://schemas.microsoft.com/office/drawing/2014/main" id="{2D99616C-BA80-8023-96D2-5E6E848F99AC}"/>
              </a:ext>
            </a:extLst>
          </p:cNvPr>
          <p:cNvSpPr>
            <a:spLocks noGrp="1"/>
          </p:cNvSpPr>
          <p:nvPr>
            <p:ph type="ftr" sz="quarter" idx="3"/>
          </p:nvPr>
        </p:nvSpPr>
        <p:spPr>
          <a:xfrm>
            <a:off x="4043516" y="6280409"/>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dirty="0"/>
          </a:p>
        </p:txBody>
      </p:sp>
      <p:pic>
        <p:nvPicPr>
          <p:cNvPr id="4" name="Picture 7">
            <a:extLst>
              <a:ext uri="{FF2B5EF4-FFF2-40B4-BE49-F238E27FC236}">
                <a16:creationId xmlns:a16="http://schemas.microsoft.com/office/drawing/2014/main" id="{68E88FD4-43FA-F80D-DA99-3B57A0B99735}"/>
              </a:ext>
            </a:extLst>
          </p:cNvPr>
          <p:cNvPicPr>
            <a:picLocks noChangeAspect="1"/>
          </p:cNvPicPr>
          <p:nvPr userDrawn="1"/>
        </p:nvPicPr>
        <p:blipFill>
          <a:blip r:embed="rId57">
            <a:extLst>
              <a:ext uri="{28A0092B-C50C-407E-A947-70E740481C1C}">
                <a14:useLocalDpi xmlns:a14="http://schemas.microsoft.com/office/drawing/2010/main" val="0"/>
              </a:ext>
            </a:extLst>
          </a:blip>
          <a:stretch>
            <a:fillRect/>
          </a:stretch>
        </p:blipFill>
        <p:spPr>
          <a:xfrm>
            <a:off x="9912625" y="6377199"/>
            <a:ext cx="1772000" cy="430600"/>
          </a:xfrm>
          <a:prstGeom prst="rect">
            <a:avLst/>
          </a:prstGeom>
        </p:spPr>
      </p:pic>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831" r:id="rId1"/>
    <p:sldLayoutId id="2147483834" r:id="rId2"/>
    <p:sldLayoutId id="2147483832" r:id="rId3"/>
    <p:sldLayoutId id="2147483753" r:id="rId4"/>
    <p:sldLayoutId id="2147483699" r:id="rId5"/>
    <p:sldLayoutId id="2147483706" r:id="rId6"/>
    <p:sldLayoutId id="2147483754" r:id="rId7"/>
    <p:sldLayoutId id="2147483806" r:id="rId8"/>
    <p:sldLayoutId id="2147483758" r:id="rId9"/>
    <p:sldLayoutId id="2147483761" r:id="rId10"/>
    <p:sldLayoutId id="2147483762" r:id="rId11"/>
    <p:sldLayoutId id="2147483757" r:id="rId12"/>
    <p:sldLayoutId id="2147483708" r:id="rId13"/>
    <p:sldLayoutId id="2147483711" r:id="rId14"/>
    <p:sldLayoutId id="2147483766" r:id="rId15"/>
    <p:sldLayoutId id="2147483767" r:id="rId16"/>
    <p:sldLayoutId id="2147483768" r:id="rId17"/>
    <p:sldLayoutId id="2147483769" r:id="rId18"/>
    <p:sldLayoutId id="2147483770" r:id="rId19"/>
    <p:sldLayoutId id="2147483709" r:id="rId20"/>
    <p:sldLayoutId id="2147483710" r:id="rId21"/>
    <p:sldLayoutId id="2147483771" r:id="rId22"/>
    <p:sldLayoutId id="2147483773" r:id="rId23"/>
    <p:sldLayoutId id="2147483772" r:id="rId24"/>
    <p:sldLayoutId id="2147483774" r:id="rId25"/>
    <p:sldLayoutId id="2147483777" r:id="rId26"/>
    <p:sldLayoutId id="2147483778" r:id="rId27"/>
    <p:sldLayoutId id="2147483781" r:id="rId28"/>
    <p:sldLayoutId id="2147483783" r:id="rId29"/>
    <p:sldLayoutId id="2147483782" r:id="rId30"/>
    <p:sldLayoutId id="2147483784" r:id="rId31"/>
    <p:sldLayoutId id="2147483786" r:id="rId32"/>
    <p:sldLayoutId id="2147483793" r:id="rId33"/>
    <p:sldLayoutId id="2147483794" r:id="rId34"/>
    <p:sldLayoutId id="2147483795" r:id="rId35"/>
    <p:sldLayoutId id="2147483807" r:id="rId36"/>
    <p:sldLayoutId id="2147483798" r:id="rId37"/>
    <p:sldLayoutId id="2147483799" r:id="rId38"/>
    <p:sldLayoutId id="2147483800" r:id="rId39"/>
    <p:sldLayoutId id="2147483801" r:id="rId40"/>
    <p:sldLayoutId id="2147483808" r:id="rId41"/>
    <p:sldLayoutId id="2147483809" r:id="rId42"/>
    <p:sldLayoutId id="2147483810" r:id="rId43"/>
    <p:sldLayoutId id="2147483811" r:id="rId44"/>
    <p:sldLayoutId id="2147483812" r:id="rId45"/>
    <p:sldLayoutId id="2147483813" r:id="rId46"/>
    <p:sldLayoutId id="2147483814" r:id="rId47"/>
    <p:sldLayoutId id="2147483815" r:id="rId48"/>
    <p:sldLayoutId id="2147483817" r:id="rId49"/>
    <p:sldLayoutId id="2147483819" r:id="rId50"/>
    <p:sldLayoutId id="2147483822" r:id="rId51"/>
    <p:sldLayoutId id="2147483823" r:id="rId52"/>
    <p:sldLayoutId id="2147483824" r:id="rId53"/>
    <p:sldLayoutId id="2147483825" r:id="rId54"/>
    <p:sldLayoutId id="2147483826" r:id="rId55"/>
  </p:sldLayoutIdLst>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pxhere.com/id/photo/100901" TargetMode="External"/><Relationship Id="rId2" Type="http://schemas.openxmlformats.org/officeDocument/2006/relationships/image" Target="../media/image35.jpeg"/><Relationship Id="rId1" Type="http://schemas.openxmlformats.org/officeDocument/2006/relationships/slideLayout" Target="../slideLayouts/slideLayout1.xml"/><Relationship Id="rId4" Type="http://schemas.openxmlformats.org/officeDocument/2006/relationships/image" Target="../media/image36.jpe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7.png"/><Relationship Id="rId1" Type="http://schemas.openxmlformats.org/officeDocument/2006/relationships/slideLayout" Target="../slideLayouts/slideLayout13.xml"/><Relationship Id="rId4" Type="http://schemas.openxmlformats.org/officeDocument/2006/relationships/image" Target="../media/image36.jpeg"/></Relationships>
</file>

<file path=ppt/slides/_rels/slide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9.png"/><Relationship Id="rId1" Type="http://schemas.openxmlformats.org/officeDocument/2006/relationships/slideLayout" Target="../slideLayouts/slideLayout14.xml"/><Relationship Id="rId5" Type="http://schemas.openxmlformats.org/officeDocument/2006/relationships/image" Target="../media/image36.jpeg"/><Relationship Id="rId4" Type="http://schemas.openxmlformats.org/officeDocument/2006/relationships/hyperlink" Target="https://www.flickr.com/photos/37996646802@N01/6138240034"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48803F-31BB-B144-4058-44EA9B461BFC}"/>
              </a:ext>
            </a:extLst>
          </p:cNvPr>
          <p:cNvSpPr>
            <a:spLocks noGrp="1"/>
          </p:cNvSpPr>
          <p:nvPr>
            <p:ph type="title"/>
          </p:nvPr>
        </p:nvSpPr>
        <p:spPr/>
        <p:txBody>
          <a:bodyPr/>
          <a:lstStyle/>
          <a:p>
            <a:r>
              <a:rPr lang="en-US"/>
              <a:t>Trình bày đề tài: Ứng dụng nghe nhạc online</a:t>
            </a:r>
            <a:endParaRPr lang="en-US" dirty="0"/>
          </a:p>
        </p:txBody>
      </p:sp>
      <p:sp>
        <p:nvSpPr>
          <p:cNvPr id="7" name="Text Placeholder 6">
            <a:extLst>
              <a:ext uri="{FF2B5EF4-FFF2-40B4-BE49-F238E27FC236}">
                <a16:creationId xmlns:a16="http://schemas.microsoft.com/office/drawing/2014/main" id="{69FAB94C-C409-7ED3-872B-13CD53D70DE5}"/>
              </a:ext>
            </a:extLst>
          </p:cNvPr>
          <p:cNvSpPr>
            <a:spLocks noGrp="1"/>
          </p:cNvSpPr>
          <p:nvPr>
            <p:ph type="body" idx="24"/>
          </p:nvPr>
        </p:nvSpPr>
        <p:spPr>
          <a:xfrm>
            <a:off x="815188" y="4762322"/>
            <a:ext cx="3301200" cy="1487587"/>
          </a:xfrm>
        </p:spPr>
        <p:txBody>
          <a:bodyPr/>
          <a:lstStyle/>
          <a:p>
            <a:r>
              <a:rPr lang="en-US" sz="2400"/>
              <a:t>Nhóm 7:</a:t>
            </a:r>
            <a:br>
              <a:rPr lang="en-US" sz="1800"/>
            </a:br>
            <a:r>
              <a:rPr lang="en-US" sz="1800"/>
              <a:t>Nguyễn Tấn Sinh - 23810040</a:t>
            </a:r>
            <a:br>
              <a:rPr lang="en-US" sz="1800"/>
            </a:br>
            <a:r>
              <a:rPr lang="en-US" sz="1800"/>
              <a:t>Nguyễn Hoàng Đạt – 23810003</a:t>
            </a:r>
            <a:br>
              <a:rPr lang="en-US" sz="1800"/>
            </a:br>
            <a:r>
              <a:rPr lang="en-US" sz="1800"/>
              <a:t>Trần Lý Thuỷ Tiên - 23810050</a:t>
            </a:r>
            <a:br>
              <a:rPr lang="en-US" sz="1800"/>
            </a:br>
            <a:r>
              <a:rPr lang="en-US" sz="1800"/>
              <a:t>Lê Tiến Dũng - 23810007</a:t>
            </a:r>
            <a:br>
              <a:rPr lang="en-US" sz="1800"/>
            </a:br>
            <a:r>
              <a:rPr lang="en-US" sz="1800"/>
              <a:t>Mai Thành Phát - 23810034</a:t>
            </a:r>
          </a:p>
        </p:txBody>
      </p:sp>
      <p:pic>
        <p:nvPicPr>
          <p:cNvPr id="12" name="Picture Placeholder 11" descr="A headphones on a table&#10;&#10;AI-generated content may be incorrect.">
            <a:extLst>
              <a:ext uri="{FF2B5EF4-FFF2-40B4-BE49-F238E27FC236}">
                <a16:creationId xmlns:a16="http://schemas.microsoft.com/office/drawing/2014/main" id="{B9A4C65C-13EB-0A1B-5375-6D4C5CFA97A4}"/>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49" r="1149"/>
          <a:stretch>
            <a:fillRect/>
          </a:stretch>
        </p:blipFill>
        <p:spPr>
          <a:xfrm>
            <a:off x="4322456" y="1281034"/>
            <a:ext cx="7272337" cy="4968875"/>
          </a:xfrm>
        </p:spPr>
      </p:pic>
      <p:sp>
        <p:nvSpPr>
          <p:cNvPr id="13" name="Rectangle 12">
            <a:extLst>
              <a:ext uri="{FF2B5EF4-FFF2-40B4-BE49-F238E27FC236}">
                <a16:creationId xmlns:a16="http://schemas.microsoft.com/office/drawing/2014/main" id="{613B334A-A558-A1B8-1961-E9DCF9F70B2E}"/>
              </a:ext>
            </a:extLst>
          </p:cNvPr>
          <p:cNvSpPr/>
          <p:nvPr/>
        </p:nvSpPr>
        <p:spPr>
          <a:xfrm>
            <a:off x="9870141" y="6393180"/>
            <a:ext cx="1930720" cy="350520"/>
          </a:xfrm>
          <a:prstGeom prst="rect">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8">
            <a:extLst>
              <a:ext uri="{FF2B5EF4-FFF2-40B4-BE49-F238E27FC236}">
                <a16:creationId xmlns:a16="http://schemas.microsoft.com/office/drawing/2014/main" id="{3CD7F04D-5D82-0C45-B3C3-68A1955CE0A4}"/>
              </a:ext>
            </a:extLst>
          </p:cNvPr>
          <p:cNvSpPr txBox="1"/>
          <p:nvPr/>
        </p:nvSpPr>
        <p:spPr>
          <a:xfrm>
            <a:off x="1564835" y="490660"/>
            <a:ext cx="6005859" cy="369332"/>
          </a:xfrm>
          <a:prstGeom prst="rect">
            <a:avLst/>
          </a:prstGeom>
        </p:spPr>
        <p:txBody>
          <a:bodyPr wrap="square" lIns="0" tIns="0" rIns="0" bIns="0" rtlCol="0" anchor="t">
            <a:spAutoFit/>
          </a:bodyPr>
          <a:lstStyle/>
          <a:p>
            <a:r>
              <a:rPr lang="en-US" sz="2400">
                <a:solidFill>
                  <a:schemeClr val="bg1"/>
                </a:solidFill>
                <a:latin typeface="Times New Roman" panose="02020603050405020304" pitchFamily="18" charset="0"/>
                <a:ea typeface="Roboto Bold"/>
                <a:cs typeface="Times New Roman" panose="02020603050405020304" pitchFamily="18" charset="0"/>
                <a:sym typeface="Roboto Bold"/>
              </a:rPr>
              <a:t> Giảng viên hướng dẫn: ThS.Hoàng Công Trình</a:t>
            </a:r>
          </a:p>
        </p:txBody>
      </p:sp>
      <p:sp>
        <p:nvSpPr>
          <p:cNvPr id="17" name="Freeform 4">
            <a:extLst>
              <a:ext uri="{FF2B5EF4-FFF2-40B4-BE49-F238E27FC236}">
                <a16:creationId xmlns:a16="http://schemas.microsoft.com/office/drawing/2014/main" id="{C0131DE1-77F9-B05D-D502-9AB0E3BA8E35}"/>
              </a:ext>
            </a:extLst>
          </p:cNvPr>
          <p:cNvSpPr/>
          <p:nvPr/>
        </p:nvSpPr>
        <p:spPr>
          <a:xfrm>
            <a:off x="11054237" y="0"/>
            <a:ext cx="1137763" cy="1137763"/>
          </a:xfrm>
          <a:custGeom>
            <a:avLst/>
            <a:gdLst/>
            <a:ahLst/>
            <a:cxnLst/>
            <a:rect l="l" t="t" r="r" b="b"/>
            <a:pathLst>
              <a:path w="2474961" h="2474961">
                <a:moveTo>
                  <a:pt x="0" y="0"/>
                </a:moveTo>
                <a:lnTo>
                  <a:pt x="2474961" y="0"/>
                </a:lnTo>
                <a:lnTo>
                  <a:pt x="2474961" y="2474961"/>
                </a:lnTo>
                <a:lnTo>
                  <a:pt x="0" y="2474961"/>
                </a:lnTo>
                <a:lnTo>
                  <a:pt x="0" y="0"/>
                </a:lnTo>
                <a:close/>
              </a:path>
            </a:pathLst>
          </a:custGeom>
          <a:blipFill>
            <a:blip r:embed="rId4"/>
            <a:stretch>
              <a:fillRect/>
            </a:stretch>
          </a:blipFill>
        </p:spPr>
        <p:txBody>
          <a:bodyPr/>
          <a:lstStyle/>
          <a:p>
            <a:endParaRPr lang="en-VN"/>
          </a:p>
        </p:txBody>
      </p:sp>
    </p:spTree>
    <p:extLst>
      <p:ext uri="{BB962C8B-B14F-4D97-AF65-F5344CB8AC3E}">
        <p14:creationId xmlns:p14="http://schemas.microsoft.com/office/powerpoint/2010/main" val="3708763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Man wearing headphones on a balcony in the city at sunset">
            <a:extLst>
              <a:ext uri="{FF2B5EF4-FFF2-40B4-BE49-F238E27FC236}">
                <a16:creationId xmlns:a16="http://schemas.microsoft.com/office/drawing/2014/main" id="{D9F3BD82-D873-DB9F-B3FB-91BF0E895CE1}"/>
              </a:ext>
            </a:extLst>
          </p:cNvPr>
          <p:cNvPicPr>
            <a:picLocks noGrp="1" noChangeAspect="1"/>
          </p:cNvPicPr>
          <p:nvPr>
            <p:ph type="pic" sz="quarter" idx="12"/>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l="15663" r="15663"/>
          <a:stretch/>
        </p:blipFill>
        <p:spPr/>
      </p:pic>
      <p:sp>
        <p:nvSpPr>
          <p:cNvPr id="3" name="Text Placeholder 2">
            <a:extLst>
              <a:ext uri="{FF2B5EF4-FFF2-40B4-BE49-F238E27FC236}">
                <a16:creationId xmlns:a16="http://schemas.microsoft.com/office/drawing/2014/main" id="{035C10C6-0ED4-7AA5-A79A-515DC0CB7ACC}"/>
              </a:ext>
            </a:extLst>
          </p:cNvPr>
          <p:cNvSpPr>
            <a:spLocks noGrp="1"/>
          </p:cNvSpPr>
          <p:nvPr>
            <p:ph type="body" idx="25"/>
          </p:nvPr>
        </p:nvSpPr>
        <p:spPr>
          <a:xfrm>
            <a:off x="587374" y="3428999"/>
            <a:ext cx="5400674" cy="2689414"/>
          </a:xfrm>
        </p:spPr>
        <p:txBody>
          <a:bodyPr/>
          <a:lstStyle/>
          <a:p>
            <a:r>
              <a:rPr lang="en-US" sz="1800"/>
              <a:t>Nghe nhạc là một việc chúng ta thường làm hằng ngày, âm nhạc không chỉ giúp chúng ta thư giãn, mà còn cải thiện chất lượng giấc ngủ, giảm stress… </a:t>
            </a:r>
            <a:br>
              <a:rPr lang="en-US" sz="1800"/>
            </a:br>
            <a:endParaRPr lang="en-US" sz="1800"/>
          </a:p>
          <a:p>
            <a:r>
              <a:rPr lang="en-US" sz="1800">
                <a:sym typeface="Roboto"/>
              </a:rPr>
              <a:t>Nếu có một ứng dụng trên nền tảng di động (Android, iOS) sẽ giúp chúng ta tiện lợi hơn trong việc tìm kiếm, nghe và lưu bản nhạc mà mình yêu thích.</a:t>
            </a:r>
          </a:p>
        </p:txBody>
      </p:sp>
      <p:sp>
        <p:nvSpPr>
          <p:cNvPr id="5" name="Title 4">
            <a:extLst>
              <a:ext uri="{FF2B5EF4-FFF2-40B4-BE49-F238E27FC236}">
                <a16:creationId xmlns:a16="http://schemas.microsoft.com/office/drawing/2014/main" id="{9D8EBA66-C9B2-A646-620B-DDB4BBF3BE58}"/>
              </a:ext>
            </a:extLst>
          </p:cNvPr>
          <p:cNvSpPr>
            <a:spLocks noGrp="1"/>
          </p:cNvSpPr>
          <p:nvPr>
            <p:ph type="title"/>
          </p:nvPr>
        </p:nvSpPr>
        <p:spPr/>
        <p:txBody>
          <a:bodyPr/>
          <a:lstStyle/>
          <a:p>
            <a:r>
              <a:rPr lang="en-US"/>
              <a:t>Tổng quan đề tài</a:t>
            </a:r>
          </a:p>
        </p:txBody>
      </p:sp>
      <p:sp>
        <p:nvSpPr>
          <p:cNvPr id="6" name="Text Placeholder 5">
            <a:extLst>
              <a:ext uri="{FF2B5EF4-FFF2-40B4-BE49-F238E27FC236}">
                <a16:creationId xmlns:a16="http://schemas.microsoft.com/office/drawing/2014/main" id="{94329382-5123-5EB7-74E0-F17AD046B71D}"/>
              </a:ext>
            </a:extLst>
          </p:cNvPr>
          <p:cNvSpPr>
            <a:spLocks noGrp="1"/>
          </p:cNvSpPr>
          <p:nvPr>
            <p:ph type="body" sz="quarter" idx="22"/>
          </p:nvPr>
        </p:nvSpPr>
        <p:spPr/>
        <p:txBody>
          <a:bodyPr/>
          <a:lstStyle/>
          <a:p>
            <a:r>
              <a:rPr lang="en-US"/>
              <a:t>Ứng dụng nghe nhạc online</a:t>
            </a:r>
          </a:p>
        </p:txBody>
      </p:sp>
      <p:sp>
        <p:nvSpPr>
          <p:cNvPr id="8" name="Freeform 4">
            <a:extLst>
              <a:ext uri="{FF2B5EF4-FFF2-40B4-BE49-F238E27FC236}">
                <a16:creationId xmlns:a16="http://schemas.microsoft.com/office/drawing/2014/main" id="{20F56A14-AE4C-18B6-8A46-1711C756E3C1}"/>
              </a:ext>
            </a:extLst>
          </p:cNvPr>
          <p:cNvSpPr/>
          <p:nvPr/>
        </p:nvSpPr>
        <p:spPr>
          <a:xfrm>
            <a:off x="11054237" y="0"/>
            <a:ext cx="1137763" cy="1137763"/>
          </a:xfrm>
          <a:custGeom>
            <a:avLst/>
            <a:gdLst/>
            <a:ahLst/>
            <a:cxnLst/>
            <a:rect l="l" t="t" r="r" b="b"/>
            <a:pathLst>
              <a:path w="2474961" h="2474961">
                <a:moveTo>
                  <a:pt x="0" y="0"/>
                </a:moveTo>
                <a:lnTo>
                  <a:pt x="2474961" y="0"/>
                </a:lnTo>
                <a:lnTo>
                  <a:pt x="2474961" y="2474961"/>
                </a:lnTo>
                <a:lnTo>
                  <a:pt x="0" y="2474961"/>
                </a:lnTo>
                <a:lnTo>
                  <a:pt x="0" y="0"/>
                </a:lnTo>
                <a:close/>
              </a:path>
            </a:pathLst>
          </a:custGeom>
          <a:blipFill>
            <a:blip r:embed="rId4"/>
            <a:stretch>
              <a:fillRect/>
            </a:stretch>
          </a:blipFill>
        </p:spPr>
        <p:txBody>
          <a:bodyPr/>
          <a:lstStyle/>
          <a:p>
            <a:endParaRPr lang="en-VN"/>
          </a:p>
        </p:txBody>
      </p:sp>
      <p:sp>
        <p:nvSpPr>
          <p:cNvPr id="12" name="Rectangle 11">
            <a:extLst>
              <a:ext uri="{FF2B5EF4-FFF2-40B4-BE49-F238E27FC236}">
                <a16:creationId xmlns:a16="http://schemas.microsoft.com/office/drawing/2014/main" id="{324D2649-A4AA-D9D0-DA57-C5130F1C13A8}"/>
              </a:ext>
            </a:extLst>
          </p:cNvPr>
          <p:cNvSpPr/>
          <p:nvPr/>
        </p:nvSpPr>
        <p:spPr>
          <a:xfrm>
            <a:off x="9870141" y="6393180"/>
            <a:ext cx="1930720" cy="350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6827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0BCBD-EF13-930E-0472-91F74C7D137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9DCDF48-1A22-A241-D146-212D6628B327}"/>
              </a:ext>
            </a:extLst>
          </p:cNvPr>
          <p:cNvSpPr>
            <a:spLocks noGrp="1"/>
          </p:cNvSpPr>
          <p:nvPr>
            <p:ph type="body" idx="25"/>
          </p:nvPr>
        </p:nvSpPr>
        <p:spPr/>
        <p:txBody>
          <a:bodyPr/>
          <a:lstStyle/>
          <a:p>
            <a:pPr lvl="0"/>
            <a:r>
              <a:rPr lang="en-US" sz="1800"/>
              <a:t>Ứng dụng phải dễ sử dụng, bố cục rõ ràng, hiển thị danh sách bài hát, album, playlist một cách trực quan.</a:t>
            </a:r>
          </a:p>
        </p:txBody>
      </p:sp>
      <p:sp>
        <p:nvSpPr>
          <p:cNvPr id="3" name="Text Placeholder 2">
            <a:extLst>
              <a:ext uri="{FF2B5EF4-FFF2-40B4-BE49-F238E27FC236}">
                <a16:creationId xmlns:a16="http://schemas.microsoft.com/office/drawing/2014/main" id="{0CF3BDB2-4225-01E1-CF91-1C0D2DC2593E}"/>
              </a:ext>
            </a:extLst>
          </p:cNvPr>
          <p:cNvSpPr>
            <a:spLocks noGrp="1"/>
          </p:cNvSpPr>
          <p:nvPr>
            <p:ph type="body" idx="24"/>
          </p:nvPr>
        </p:nvSpPr>
        <p:spPr>
          <a:xfrm>
            <a:off x="6203949" y="5423314"/>
            <a:ext cx="5400674" cy="883828"/>
          </a:xfrm>
        </p:spPr>
        <p:txBody>
          <a:bodyPr/>
          <a:lstStyle/>
          <a:p>
            <a:r>
              <a:rPr lang="en-US" sz="2200"/>
              <a:t>Giao diện thân thiên</a:t>
            </a:r>
          </a:p>
        </p:txBody>
      </p:sp>
      <p:sp>
        <p:nvSpPr>
          <p:cNvPr id="4" name="Text Placeholder 3">
            <a:extLst>
              <a:ext uri="{FF2B5EF4-FFF2-40B4-BE49-F238E27FC236}">
                <a16:creationId xmlns:a16="http://schemas.microsoft.com/office/drawing/2014/main" id="{B3B64055-882F-8870-94CE-6688A67475D1}"/>
              </a:ext>
            </a:extLst>
          </p:cNvPr>
          <p:cNvSpPr>
            <a:spLocks noGrp="1"/>
          </p:cNvSpPr>
          <p:nvPr>
            <p:ph type="body" idx="26"/>
          </p:nvPr>
        </p:nvSpPr>
        <p:spPr/>
        <p:txBody>
          <a:bodyPr/>
          <a:lstStyle/>
          <a:p>
            <a:r>
              <a:rPr lang="en-US" sz="1800"/>
              <a:t>Ứng dụng hoạt động mượt mà trên nhiều thiết bị di động. Hỗ trợ đồng bộ dữ liệu trên đám mây.</a:t>
            </a:r>
          </a:p>
        </p:txBody>
      </p:sp>
      <p:sp>
        <p:nvSpPr>
          <p:cNvPr id="5" name="Text Placeholder 4">
            <a:extLst>
              <a:ext uri="{FF2B5EF4-FFF2-40B4-BE49-F238E27FC236}">
                <a16:creationId xmlns:a16="http://schemas.microsoft.com/office/drawing/2014/main" id="{065A49FA-F988-35C5-5E17-0574A7C80D38}"/>
              </a:ext>
            </a:extLst>
          </p:cNvPr>
          <p:cNvSpPr>
            <a:spLocks noGrp="1"/>
          </p:cNvSpPr>
          <p:nvPr>
            <p:ph type="body" idx="27"/>
          </p:nvPr>
        </p:nvSpPr>
        <p:spPr>
          <a:xfrm>
            <a:off x="587376" y="5423537"/>
            <a:ext cx="5400674" cy="883828"/>
          </a:xfrm>
        </p:spPr>
        <p:txBody>
          <a:bodyPr/>
          <a:lstStyle/>
          <a:p>
            <a:r>
              <a:rPr lang="en-US" sz="2200"/>
              <a:t>Tính di động và đồng bộ</a:t>
            </a:r>
          </a:p>
        </p:txBody>
      </p:sp>
      <p:sp>
        <p:nvSpPr>
          <p:cNvPr id="6" name="Title 5">
            <a:extLst>
              <a:ext uri="{FF2B5EF4-FFF2-40B4-BE49-F238E27FC236}">
                <a16:creationId xmlns:a16="http://schemas.microsoft.com/office/drawing/2014/main" id="{7732A80B-4909-63E4-571B-2A4F8CE52772}"/>
              </a:ext>
            </a:extLst>
          </p:cNvPr>
          <p:cNvSpPr>
            <a:spLocks noGrp="1"/>
          </p:cNvSpPr>
          <p:nvPr>
            <p:ph type="title"/>
          </p:nvPr>
        </p:nvSpPr>
        <p:spPr/>
        <p:txBody>
          <a:bodyPr/>
          <a:lstStyle/>
          <a:p>
            <a:r>
              <a:rPr lang="en-US"/>
              <a:t>Các tiêu chí đánh giá ứng dụng</a:t>
            </a:r>
          </a:p>
        </p:txBody>
      </p:sp>
      <p:sp>
        <p:nvSpPr>
          <p:cNvPr id="7" name="Text Placeholder 6">
            <a:extLst>
              <a:ext uri="{FF2B5EF4-FFF2-40B4-BE49-F238E27FC236}">
                <a16:creationId xmlns:a16="http://schemas.microsoft.com/office/drawing/2014/main" id="{0B337850-0AE7-A8C3-9A54-CE50A8FD741B}"/>
              </a:ext>
            </a:extLst>
          </p:cNvPr>
          <p:cNvSpPr>
            <a:spLocks noGrp="1"/>
          </p:cNvSpPr>
          <p:nvPr>
            <p:ph type="body" sz="quarter" idx="22"/>
          </p:nvPr>
        </p:nvSpPr>
        <p:spPr/>
        <p:txBody>
          <a:bodyPr/>
          <a:lstStyle/>
          <a:p>
            <a:r>
              <a:rPr lang="en-US"/>
              <a:t>Ứng dụng nghe nhạc online</a:t>
            </a:r>
          </a:p>
        </p:txBody>
      </p:sp>
      <p:sp>
        <p:nvSpPr>
          <p:cNvPr id="8" name="Freeform 4">
            <a:extLst>
              <a:ext uri="{FF2B5EF4-FFF2-40B4-BE49-F238E27FC236}">
                <a16:creationId xmlns:a16="http://schemas.microsoft.com/office/drawing/2014/main" id="{B27757EB-E04D-4F1C-A07F-B70741C45BFA}"/>
              </a:ext>
            </a:extLst>
          </p:cNvPr>
          <p:cNvSpPr/>
          <p:nvPr/>
        </p:nvSpPr>
        <p:spPr>
          <a:xfrm>
            <a:off x="11054237" y="0"/>
            <a:ext cx="1137763" cy="1137763"/>
          </a:xfrm>
          <a:custGeom>
            <a:avLst/>
            <a:gdLst/>
            <a:ahLst/>
            <a:cxnLst/>
            <a:rect l="l" t="t" r="r" b="b"/>
            <a:pathLst>
              <a:path w="2474961" h="2474961">
                <a:moveTo>
                  <a:pt x="0" y="0"/>
                </a:moveTo>
                <a:lnTo>
                  <a:pt x="2474961" y="0"/>
                </a:lnTo>
                <a:lnTo>
                  <a:pt x="2474961" y="2474961"/>
                </a:lnTo>
                <a:lnTo>
                  <a:pt x="0" y="2474961"/>
                </a:lnTo>
                <a:lnTo>
                  <a:pt x="0" y="0"/>
                </a:lnTo>
                <a:close/>
              </a:path>
            </a:pathLst>
          </a:custGeom>
          <a:blipFill>
            <a:blip r:embed="rId2"/>
            <a:stretch>
              <a:fillRect/>
            </a:stretch>
          </a:blipFill>
        </p:spPr>
        <p:txBody>
          <a:bodyPr/>
          <a:lstStyle/>
          <a:p>
            <a:endParaRPr lang="en-VN"/>
          </a:p>
        </p:txBody>
      </p:sp>
      <p:sp>
        <p:nvSpPr>
          <p:cNvPr id="10" name="Rectangle 9">
            <a:extLst>
              <a:ext uri="{FF2B5EF4-FFF2-40B4-BE49-F238E27FC236}">
                <a16:creationId xmlns:a16="http://schemas.microsoft.com/office/drawing/2014/main" id="{CF679BF6-078F-5FED-CE26-17D185DC8C19}"/>
              </a:ext>
            </a:extLst>
          </p:cNvPr>
          <p:cNvSpPr/>
          <p:nvPr/>
        </p:nvSpPr>
        <p:spPr>
          <a:xfrm>
            <a:off x="9870141" y="6393180"/>
            <a:ext cx="1930720" cy="350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7367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4C9F64-FECF-FD45-2013-11B815F6A817}"/>
              </a:ext>
            </a:extLst>
          </p:cNvPr>
          <p:cNvSpPr>
            <a:spLocks noGrp="1"/>
          </p:cNvSpPr>
          <p:nvPr>
            <p:ph type="body" idx="25"/>
          </p:nvPr>
        </p:nvSpPr>
        <p:spPr/>
        <p:txBody>
          <a:bodyPr/>
          <a:lstStyle/>
          <a:p>
            <a:r>
              <a:rPr lang="en-US" sz="1800"/>
              <a:t>Hệ thống lưu trữ lịch sử nghe nhạc, quản lý playlist và bài hát yêu thích.</a:t>
            </a:r>
          </a:p>
        </p:txBody>
      </p:sp>
      <p:sp>
        <p:nvSpPr>
          <p:cNvPr id="3" name="Text Placeholder 2">
            <a:extLst>
              <a:ext uri="{FF2B5EF4-FFF2-40B4-BE49-F238E27FC236}">
                <a16:creationId xmlns:a16="http://schemas.microsoft.com/office/drawing/2014/main" id="{29FCA727-EF86-466D-0AB8-7193C979A2E1}"/>
              </a:ext>
            </a:extLst>
          </p:cNvPr>
          <p:cNvSpPr>
            <a:spLocks noGrp="1"/>
          </p:cNvSpPr>
          <p:nvPr>
            <p:ph type="body" idx="24"/>
          </p:nvPr>
        </p:nvSpPr>
        <p:spPr>
          <a:xfrm>
            <a:off x="6203949" y="5423314"/>
            <a:ext cx="5400674" cy="883828"/>
          </a:xfrm>
        </p:spPr>
        <p:txBody>
          <a:bodyPr/>
          <a:lstStyle/>
          <a:p>
            <a:r>
              <a:rPr lang="en-US" sz="2200"/>
              <a:t>Khả năng theo dõi và quản lý</a:t>
            </a:r>
          </a:p>
        </p:txBody>
      </p:sp>
      <p:sp>
        <p:nvSpPr>
          <p:cNvPr id="4" name="Text Placeholder 3">
            <a:extLst>
              <a:ext uri="{FF2B5EF4-FFF2-40B4-BE49-F238E27FC236}">
                <a16:creationId xmlns:a16="http://schemas.microsoft.com/office/drawing/2014/main" id="{55EE0B58-8FBC-2CAD-0D49-19687D0A9F1F}"/>
              </a:ext>
            </a:extLst>
          </p:cNvPr>
          <p:cNvSpPr>
            <a:spLocks noGrp="1"/>
          </p:cNvSpPr>
          <p:nvPr>
            <p:ph type="body" idx="26"/>
          </p:nvPr>
        </p:nvSpPr>
        <p:spPr/>
        <p:txBody>
          <a:bodyPr/>
          <a:lstStyle/>
          <a:p>
            <a:pPr lvl="0"/>
            <a:r>
              <a:rPr lang="en-US" sz="1800"/>
              <a:t>Hỗ trợ phát nhạc trực tuyến với nhiều mức chất lượng. Có các tính năng phát ngẫu nhiên, lặp lại, tạo playlist cá nhân.</a:t>
            </a:r>
          </a:p>
        </p:txBody>
      </p:sp>
      <p:sp>
        <p:nvSpPr>
          <p:cNvPr id="5" name="Text Placeholder 4">
            <a:extLst>
              <a:ext uri="{FF2B5EF4-FFF2-40B4-BE49-F238E27FC236}">
                <a16:creationId xmlns:a16="http://schemas.microsoft.com/office/drawing/2014/main" id="{DA194272-224C-C04F-A91E-8CF3995AA5B0}"/>
              </a:ext>
            </a:extLst>
          </p:cNvPr>
          <p:cNvSpPr>
            <a:spLocks noGrp="1"/>
          </p:cNvSpPr>
          <p:nvPr>
            <p:ph type="body" idx="27"/>
          </p:nvPr>
        </p:nvSpPr>
        <p:spPr>
          <a:xfrm>
            <a:off x="587376" y="5423537"/>
            <a:ext cx="5400674" cy="883828"/>
          </a:xfrm>
        </p:spPr>
        <p:txBody>
          <a:bodyPr/>
          <a:lstStyle/>
          <a:p>
            <a:r>
              <a:rPr lang="en-US" sz="2200"/>
              <a:t>Chất lượng và phương thức nghe nhạc</a:t>
            </a:r>
          </a:p>
        </p:txBody>
      </p:sp>
      <p:sp>
        <p:nvSpPr>
          <p:cNvPr id="6" name="Title 5">
            <a:extLst>
              <a:ext uri="{FF2B5EF4-FFF2-40B4-BE49-F238E27FC236}">
                <a16:creationId xmlns:a16="http://schemas.microsoft.com/office/drawing/2014/main" id="{92052F9E-ACC9-9E42-41CB-31740A16FE6D}"/>
              </a:ext>
            </a:extLst>
          </p:cNvPr>
          <p:cNvSpPr>
            <a:spLocks noGrp="1"/>
          </p:cNvSpPr>
          <p:nvPr>
            <p:ph type="title"/>
          </p:nvPr>
        </p:nvSpPr>
        <p:spPr/>
        <p:txBody>
          <a:bodyPr/>
          <a:lstStyle/>
          <a:p>
            <a:r>
              <a:rPr lang="en-US"/>
              <a:t>Các tiêu chí đánh giá ứng dụng</a:t>
            </a:r>
          </a:p>
        </p:txBody>
      </p:sp>
      <p:sp>
        <p:nvSpPr>
          <p:cNvPr id="7" name="Text Placeholder 6">
            <a:extLst>
              <a:ext uri="{FF2B5EF4-FFF2-40B4-BE49-F238E27FC236}">
                <a16:creationId xmlns:a16="http://schemas.microsoft.com/office/drawing/2014/main" id="{EE091D18-4F61-7E6A-6DE7-4F62CE3022B7}"/>
              </a:ext>
            </a:extLst>
          </p:cNvPr>
          <p:cNvSpPr>
            <a:spLocks noGrp="1"/>
          </p:cNvSpPr>
          <p:nvPr>
            <p:ph type="body" sz="quarter" idx="22"/>
          </p:nvPr>
        </p:nvSpPr>
        <p:spPr/>
        <p:txBody>
          <a:bodyPr/>
          <a:lstStyle/>
          <a:p>
            <a:r>
              <a:rPr lang="en-US"/>
              <a:t>Ứng dụng nghe nhạc online</a:t>
            </a:r>
          </a:p>
        </p:txBody>
      </p:sp>
      <p:sp>
        <p:nvSpPr>
          <p:cNvPr id="8" name="Freeform 4">
            <a:extLst>
              <a:ext uri="{FF2B5EF4-FFF2-40B4-BE49-F238E27FC236}">
                <a16:creationId xmlns:a16="http://schemas.microsoft.com/office/drawing/2014/main" id="{F5C525CE-10BA-5F6F-154C-5EE4B81C82C6}"/>
              </a:ext>
            </a:extLst>
          </p:cNvPr>
          <p:cNvSpPr/>
          <p:nvPr/>
        </p:nvSpPr>
        <p:spPr>
          <a:xfrm>
            <a:off x="11054237" y="0"/>
            <a:ext cx="1137763" cy="1137763"/>
          </a:xfrm>
          <a:custGeom>
            <a:avLst/>
            <a:gdLst/>
            <a:ahLst/>
            <a:cxnLst/>
            <a:rect l="l" t="t" r="r" b="b"/>
            <a:pathLst>
              <a:path w="2474961" h="2474961">
                <a:moveTo>
                  <a:pt x="0" y="0"/>
                </a:moveTo>
                <a:lnTo>
                  <a:pt x="2474961" y="0"/>
                </a:lnTo>
                <a:lnTo>
                  <a:pt x="2474961" y="2474961"/>
                </a:lnTo>
                <a:lnTo>
                  <a:pt x="0" y="2474961"/>
                </a:lnTo>
                <a:lnTo>
                  <a:pt x="0" y="0"/>
                </a:lnTo>
                <a:close/>
              </a:path>
            </a:pathLst>
          </a:custGeom>
          <a:blipFill>
            <a:blip r:embed="rId2"/>
            <a:stretch>
              <a:fillRect/>
            </a:stretch>
          </a:blipFill>
        </p:spPr>
        <p:txBody>
          <a:bodyPr/>
          <a:lstStyle/>
          <a:p>
            <a:endParaRPr lang="en-VN"/>
          </a:p>
        </p:txBody>
      </p:sp>
      <p:sp>
        <p:nvSpPr>
          <p:cNvPr id="10" name="Rectangle 9">
            <a:extLst>
              <a:ext uri="{FF2B5EF4-FFF2-40B4-BE49-F238E27FC236}">
                <a16:creationId xmlns:a16="http://schemas.microsoft.com/office/drawing/2014/main" id="{113BF758-8867-FE69-8404-8F057F861FE8}"/>
              </a:ext>
            </a:extLst>
          </p:cNvPr>
          <p:cNvSpPr/>
          <p:nvPr/>
        </p:nvSpPr>
        <p:spPr>
          <a:xfrm>
            <a:off x="9870141" y="6393180"/>
            <a:ext cx="1930720" cy="350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5354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69476C-C0EA-F964-44BA-811FEB387A7B}"/>
              </a:ext>
            </a:extLst>
          </p:cNvPr>
          <p:cNvSpPr>
            <a:spLocks noGrp="1"/>
          </p:cNvSpPr>
          <p:nvPr>
            <p:ph type="body" idx="25"/>
          </p:nvPr>
        </p:nvSpPr>
        <p:spPr/>
        <p:txBody>
          <a:bodyPr/>
          <a:lstStyle/>
          <a:p>
            <a:r>
              <a:rPr lang="en-US" sz="1800"/>
              <a:t>Cho phép người dùng đăng ký, đăng nhập và quản lý tài khoản cá nhân.</a:t>
            </a:r>
          </a:p>
        </p:txBody>
      </p:sp>
      <p:sp>
        <p:nvSpPr>
          <p:cNvPr id="3" name="Text Placeholder 2">
            <a:extLst>
              <a:ext uri="{FF2B5EF4-FFF2-40B4-BE49-F238E27FC236}">
                <a16:creationId xmlns:a16="http://schemas.microsoft.com/office/drawing/2014/main" id="{6B049082-3328-DF1E-3A83-978FACB65359}"/>
              </a:ext>
            </a:extLst>
          </p:cNvPr>
          <p:cNvSpPr>
            <a:spLocks noGrp="1"/>
          </p:cNvSpPr>
          <p:nvPr>
            <p:ph type="body" idx="24"/>
          </p:nvPr>
        </p:nvSpPr>
        <p:spPr>
          <a:xfrm>
            <a:off x="587374" y="5112973"/>
            <a:ext cx="3529014" cy="914605"/>
          </a:xfrm>
        </p:spPr>
        <p:txBody>
          <a:bodyPr/>
          <a:lstStyle/>
          <a:p>
            <a:r>
              <a:rPr lang="en-US" sz="2400"/>
              <a:t>Đăng ký và đăng nhập</a:t>
            </a:r>
          </a:p>
        </p:txBody>
      </p:sp>
      <p:sp>
        <p:nvSpPr>
          <p:cNvPr id="4" name="Text Placeholder 3">
            <a:extLst>
              <a:ext uri="{FF2B5EF4-FFF2-40B4-BE49-F238E27FC236}">
                <a16:creationId xmlns:a16="http://schemas.microsoft.com/office/drawing/2014/main" id="{CDE9449D-A482-CCBA-0466-3B60E11DB7B9}"/>
              </a:ext>
            </a:extLst>
          </p:cNvPr>
          <p:cNvSpPr>
            <a:spLocks noGrp="1"/>
          </p:cNvSpPr>
          <p:nvPr>
            <p:ph type="body" idx="26"/>
          </p:nvPr>
        </p:nvSpPr>
        <p:spPr/>
        <p:txBody>
          <a:bodyPr/>
          <a:lstStyle/>
          <a:p>
            <a:r>
              <a:rPr lang="en-US" sz="1800"/>
              <a:t>Người dùng có thể tìm kiếm và phát nhạc trực tuyến.</a:t>
            </a:r>
          </a:p>
        </p:txBody>
      </p:sp>
      <p:sp>
        <p:nvSpPr>
          <p:cNvPr id="5" name="Text Placeholder 4">
            <a:extLst>
              <a:ext uri="{FF2B5EF4-FFF2-40B4-BE49-F238E27FC236}">
                <a16:creationId xmlns:a16="http://schemas.microsoft.com/office/drawing/2014/main" id="{63FFFF42-C816-9D3A-7E04-0F85E4971F2F}"/>
              </a:ext>
            </a:extLst>
          </p:cNvPr>
          <p:cNvSpPr>
            <a:spLocks noGrp="1"/>
          </p:cNvSpPr>
          <p:nvPr>
            <p:ph type="body" idx="27"/>
          </p:nvPr>
        </p:nvSpPr>
        <p:spPr>
          <a:xfrm>
            <a:off x="4332388" y="5110569"/>
            <a:ext cx="3529014" cy="914605"/>
          </a:xfrm>
        </p:spPr>
        <p:txBody>
          <a:bodyPr/>
          <a:lstStyle/>
          <a:p>
            <a:r>
              <a:rPr lang="en-US" sz="2400"/>
              <a:t>Nghe nhạc trực tuyến</a:t>
            </a:r>
          </a:p>
        </p:txBody>
      </p:sp>
      <p:sp>
        <p:nvSpPr>
          <p:cNvPr id="6" name="Text Placeholder 5">
            <a:extLst>
              <a:ext uri="{FF2B5EF4-FFF2-40B4-BE49-F238E27FC236}">
                <a16:creationId xmlns:a16="http://schemas.microsoft.com/office/drawing/2014/main" id="{55972714-CE74-AC90-3F92-9C6A7C066422}"/>
              </a:ext>
            </a:extLst>
          </p:cNvPr>
          <p:cNvSpPr>
            <a:spLocks noGrp="1"/>
          </p:cNvSpPr>
          <p:nvPr>
            <p:ph type="body" idx="28"/>
          </p:nvPr>
        </p:nvSpPr>
        <p:spPr/>
        <p:txBody>
          <a:bodyPr/>
          <a:lstStyle/>
          <a:p>
            <a:r>
              <a:rPr lang="en-US" sz="1800"/>
              <a:t>Cho phép người dùng tạo và quản lý playlist cá nhân.</a:t>
            </a:r>
          </a:p>
        </p:txBody>
      </p:sp>
      <p:sp>
        <p:nvSpPr>
          <p:cNvPr id="7" name="Text Placeholder 6">
            <a:extLst>
              <a:ext uri="{FF2B5EF4-FFF2-40B4-BE49-F238E27FC236}">
                <a16:creationId xmlns:a16="http://schemas.microsoft.com/office/drawing/2014/main" id="{C2CE9469-B96B-493D-E188-E9E69FAB5448}"/>
              </a:ext>
            </a:extLst>
          </p:cNvPr>
          <p:cNvSpPr>
            <a:spLocks noGrp="1"/>
          </p:cNvSpPr>
          <p:nvPr>
            <p:ph type="body" idx="29"/>
          </p:nvPr>
        </p:nvSpPr>
        <p:spPr>
          <a:xfrm>
            <a:off x="8075614" y="5108437"/>
            <a:ext cx="3529014" cy="1283937"/>
          </a:xfrm>
        </p:spPr>
        <p:txBody>
          <a:bodyPr/>
          <a:lstStyle/>
          <a:p>
            <a:r>
              <a:rPr lang="en-US" sz="2400"/>
              <a:t>Tạo và quản lý playlist cá nhân</a:t>
            </a:r>
          </a:p>
        </p:txBody>
      </p:sp>
      <p:sp>
        <p:nvSpPr>
          <p:cNvPr id="8" name="Title 7">
            <a:extLst>
              <a:ext uri="{FF2B5EF4-FFF2-40B4-BE49-F238E27FC236}">
                <a16:creationId xmlns:a16="http://schemas.microsoft.com/office/drawing/2014/main" id="{1F188B7A-B7A3-3E18-286D-5013F5E5A593}"/>
              </a:ext>
            </a:extLst>
          </p:cNvPr>
          <p:cNvSpPr>
            <a:spLocks noGrp="1"/>
          </p:cNvSpPr>
          <p:nvPr>
            <p:ph type="title"/>
          </p:nvPr>
        </p:nvSpPr>
        <p:spPr/>
        <p:txBody>
          <a:bodyPr/>
          <a:lstStyle/>
          <a:p>
            <a:r>
              <a:rPr lang="en-US" b="1"/>
              <a:t>Yêu cầu chức năng</a:t>
            </a:r>
            <a:endParaRPr lang="en-US"/>
          </a:p>
        </p:txBody>
      </p:sp>
      <p:sp>
        <p:nvSpPr>
          <p:cNvPr id="9" name="Text Placeholder 8">
            <a:extLst>
              <a:ext uri="{FF2B5EF4-FFF2-40B4-BE49-F238E27FC236}">
                <a16:creationId xmlns:a16="http://schemas.microsoft.com/office/drawing/2014/main" id="{F2467203-671E-24CA-1E62-3D9DECC55A0C}"/>
              </a:ext>
            </a:extLst>
          </p:cNvPr>
          <p:cNvSpPr>
            <a:spLocks noGrp="1"/>
          </p:cNvSpPr>
          <p:nvPr>
            <p:ph type="body" sz="quarter" idx="22"/>
          </p:nvPr>
        </p:nvSpPr>
        <p:spPr/>
        <p:txBody>
          <a:bodyPr/>
          <a:lstStyle/>
          <a:p>
            <a:r>
              <a:rPr lang="en-US"/>
              <a:t>Ứng dụng nghe nhạc online</a:t>
            </a:r>
          </a:p>
        </p:txBody>
      </p:sp>
      <p:sp>
        <p:nvSpPr>
          <p:cNvPr id="10" name="Freeform 4">
            <a:extLst>
              <a:ext uri="{FF2B5EF4-FFF2-40B4-BE49-F238E27FC236}">
                <a16:creationId xmlns:a16="http://schemas.microsoft.com/office/drawing/2014/main" id="{00F7F6E3-D4B2-E453-465B-A22DCDD88B4E}"/>
              </a:ext>
            </a:extLst>
          </p:cNvPr>
          <p:cNvSpPr/>
          <p:nvPr/>
        </p:nvSpPr>
        <p:spPr>
          <a:xfrm>
            <a:off x="11054237" y="0"/>
            <a:ext cx="1137763" cy="1137763"/>
          </a:xfrm>
          <a:custGeom>
            <a:avLst/>
            <a:gdLst/>
            <a:ahLst/>
            <a:cxnLst/>
            <a:rect l="l" t="t" r="r" b="b"/>
            <a:pathLst>
              <a:path w="2474961" h="2474961">
                <a:moveTo>
                  <a:pt x="0" y="0"/>
                </a:moveTo>
                <a:lnTo>
                  <a:pt x="2474961" y="0"/>
                </a:lnTo>
                <a:lnTo>
                  <a:pt x="2474961" y="2474961"/>
                </a:lnTo>
                <a:lnTo>
                  <a:pt x="0" y="2474961"/>
                </a:lnTo>
                <a:lnTo>
                  <a:pt x="0" y="0"/>
                </a:lnTo>
                <a:close/>
              </a:path>
            </a:pathLst>
          </a:custGeom>
          <a:blipFill>
            <a:blip r:embed="rId2"/>
            <a:stretch>
              <a:fillRect/>
            </a:stretch>
          </a:blipFill>
        </p:spPr>
        <p:txBody>
          <a:bodyPr/>
          <a:lstStyle/>
          <a:p>
            <a:endParaRPr lang="en-VN"/>
          </a:p>
        </p:txBody>
      </p:sp>
      <p:sp>
        <p:nvSpPr>
          <p:cNvPr id="12" name="Rectangle 11">
            <a:extLst>
              <a:ext uri="{FF2B5EF4-FFF2-40B4-BE49-F238E27FC236}">
                <a16:creationId xmlns:a16="http://schemas.microsoft.com/office/drawing/2014/main" id="{5A9B8A68-A7C2-5793-0D1A-B6B8405C8ACB}"/>
              </a:ext>
            </a:extLst>
          </p:cNvPr>
          <p:cNvSpPr/>
          <p:nvPr/>
        </p:nvSpPr>
        <p:spPr>
          <a:xfrm>
            <a:off x="9870141" y="6393180"/>
            <a:ext cx="1930720" cy="350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2567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B37B4-3FFF-CA7E-5566-2D55317AC38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C4ED18C-6630-EC2F-95A2-D62C6122E52D}"/>
              </a:ext>
            </a:extLst>
          </p:cNvPr>
          <p:cNvSpPr>
            <a:spLocks noGrp="1"/>
          </p:cNvSpPr>
          <p:nvPr>
            <p:ph type="body" idx="25"/>
          </p:nvPr>
        </p:nvSpPr>
        <p:spPr/>
        <p:txBody>
          <a:bodyPr/>
          <a:lstStyle/>
          <a:p>
            <a:r>
              <a:rPr lang="en-US" sz="1800"/>
              <a:t>Cho phép người dùng thêm các bài hát mà mình yêu thích vào danh sách một cách dễ dàng.</a:t>
            </a:r>
          </a:p>
        </p:txBody>
      </p:sp>
      <p:sp>
        <p:nvSpPr>
          <p:cNvPr id="3" name="Text Placeholder 2">
            <a:extLst>
              <a:ext uri="{FF2B5EF4-FFF2-40B4-BE49-F238E27FC236}">
                <a16:creationId xmlns:a16="http://schemas.microsoft.com/office/drawing/2014/main" id="{C3D24484-8E20-BE2C-2233-3A4C2E85D8F2}"/>
              </a:ext>
            </a:extLst>
          </p:cNvPr>
          <p:cNvSpPr>
            <a:spLocks noGrp="1"/>
          </p:cNvSpPr>
          <p:nvPr>
            <p:ph type="body" idx="24"/>
          </p:nvPr>
        </p:nvSpPr>
        <p:spPr>
          <a:xfrm>
            <a:off x="587374" y="5112973"/>
            <a:ext cx="3529014" cy="914605"/>
          </a:xfrm>
        </p:spPr>
        <p:txBody>
          <a:bodyPr/>
          <a:lstStyle/>
          <a:p>
            <a:r>
              <a:rPr lang="en-US" sz="2400"/>
              <a:t>Danh sách yêu thích</a:t>
            </a:r>
          </a:p>
        </p:txBody>
      </p:sp>
      <p:sp>
        <p:nvSpPr>
          <p:cNvPr id="4" name="Text Placeholder 3">
            <a:extLst>
              <a:ext uri="{FF2B5EF4-FFF2-40B4-BE49-F238E27FC236}">
                <a16:creationId xmlns:a16="http://schemas.microsoft.com/office/drawing/2014/main" id="{C5B5049F-9150-8C47-50A9-92C4C333A918}"/>
              </a:ext>
            </a:extLst>
          </p:cNvPr>
          <p:cNvSpPr>
            <a:spLocks noGrp="1"/>
          </p:cNvSpPr>
          <p:nvPr>
            <p:ph type="body" idx="26"/>
          </p:nvPr>
        </p:nvSpPr>
        <p:spPr/>
        <p:txBody>
          <a:bodyPr/>
          <a:lstStyle/>
          <a:p>
            <a:r>
              <a:rPr lang="en-US" sz="1800"/>
              <a:t>Người dùng có thể nghe nhạc ở các chế độ: Phát ngẫu nhiên, lặp lại, phát theo playlist.</a:t>
            </a:r>
          </a:p>
        </p:txBody>
      </p:sp>
      <p:sp>
        <p:nvSpPr>
          <p:cNvPr id="5" name="Text Placeholder 4">
            <a:extLst>
              <a:ext uri="{FF2B5EF4-FFF2-40B4-BE49-F238E27FC236}">
                <a16:creationId xmlns:a16="http://schemas.microsoft.com/office/drawing/2014/main" id="{FFC8E5F7-B141-A689-A1EF-058EE235CFE7}"/>
              </a:ext>
            </a:extLst>
          </p:cNvPr>
          <p:cNvSpPr>
            <a:spLocks noGrp="1"/>
          </p:cNvSpPr>
          <p:nvPr>
            <p:ph type="body" idx="27"/>
          </p:nvPr>
        </p:nvSpPr>
        <p:spPr>
          <a:xfrm>
            <a:off x="4332388" y="5110569"/>
            <a:ext cx="3529014" cy="1283937"/>
          </a:xfrm>
        </p:spPr>
        <p:txBody>
          <a:bodyPr/>
          <a:lstStyle/>
          <a:p>
            <a:r>
              <a:rPr lang="en-US" sz="2400"/>
              <a:t>Nghe nhạc nhiều chế độ</a:t>
            </a:r>
          </a:p>
        </p:txBody>
      </p:sp>
      <p:sp>
        <p:nvSpPr>
          <p:cNvPr id="6" name="Text Placeholder 5">
            <a:extLst>
              <a:ext uri="{FF2B5EF4-FFF2-40B4-BE49-F238E27FC236}">
                <a16:creationId xmlns:a16="http://schemas.microsoft.com/office/drawing/2014/main" id="{49CB6E5F-CAA3-2DE7-B60D-40977AF81A2A}"/>
              </a:ext>
            </a:extLst>
          </p:cNvPr>
          <p:cNvSpPr>
            <a:spLocks noGrp="1"/>
          </p:cNvSpPr>
          <p:nvPr>
            <p:ph type="body" idx="28"/>
          </p:nvPr>
        </p:nvSpPr>
        <p:spPr/>
        <p:txBody>
          <a:bodyPr/>
          <a:lstStyle/>
          <a:p>
            <a:r>
              <a:rPr lang="en-US" sz="1800"/>
              <a:t>Người dùng có thể xem và quản lý lịch sử nghe nhạc của mình.</a:t>
            </a:r>
          </a:p>
        </p:txBody>
      </p:sp>
      <p:sp>
        <p:nvSpPr>
          <p:cNvPr id="7" name="Text Placeholder 6">
            <a:extLst>
              <a:ext uri="{FF2B5EF4-FFF2-40B4-BE49-F238E27FC236}">
                <a16:creationId xmlns:a16="http://schemas.microsoft.com/office/drawing/2014/main" id="{A59D26A5-E568-0664-0571-2322EFFB06ED}"/>
              </a:ext>
            </a:extLst>
          </p:cNvPr>
          <p:cNvSpPr>
            <a:spLocks noGrp="1"/>
          </p:cNvSpPr>
          <p:nvPr>
            <p:ph type="body" idx="29"/>
          </p:nvPr>
        </p:nvSpPr>
        <p:spPr>
          <a:xfrm>
            <a:off x="8075614" y="5108437"/>
            <a:ext cx="3529014" cy="1283937"/>
          </a:xfrm>
        </p:spPr>
        <p:txBody>
          <a:bodyPr/>
          <a:lstStyle/>
          <a:p>
            <a:r>
              <a:rPr lang="en-US" sz="2400"/>
              <a:t>Quản lý lịch sử nghe nhạc</a:t>
            </a:r>
          </a:p>
        </p:txBody>
      </p:sp>
      <p:sp>
        <p:nvSpPr>
          <p:cNvPr id="8" name="Title 7">
            <a:extLst>
              <a:ext uri="{FF2B5EF4-FFF2-40B4-BE49-F238E27FC236}">
                <a16:creationId xmlns:a16="http://schemas.microsoft.com/office/drawing/2014/main" id="{E555DE9E-DDCD-D801-D013-FC5A5C310C71}"/>
              </a:ext>
            </a:extLst>
          </p:cNvPr>
          <p:cNvSpPr>
            <a:spLocks noGrp="1"/>
          </p:cNvSpPr>
          <p:nvPr>
            <p:ph type="title"/>
          </p:nvPr>
        </p:nvSpPr>
        <p:spPr/>
        <p:txBody>
          <a:bodyPr/>
          <a:lstStyle/>
          <a:p>
            <a:r>
              <a:rPr lang="en-US" b="1"/>
              <a:t>Yêu cầu chức năng</a:t>
            </a:r>
            <a:endParaRPr lang="en-US"/>
          </a:p>
        </p:txBody>
      </p:sp>
      <p:sp>
        <p:nvSpPr>
          <p:cNvPr id="9" name="Text Placeholder 8">
            <a:extLst>
              <a:ext uri="{FF2B5EF4-FFF2-40B4-BE49-F238E27FC236}">
                <a16:creationId xmlns:a16="http://schemas.microsoft.com/office/drawing/2014/main" id="{E07C4768-8AEC-4E32-8FB5-34BACE3B17ED}"/>
              </a:ext>
            </a:extLst>
          </p:cNvPr>
          <p:cNvSpPr>
            <a:spLocks noGrp="1"/>
          </p:cNvSpPr>
          <p:nvPr>
            <p:ph type="body" sz="quarter" idx="22"/>
          </p:nvPr>
        </p:nvSpPr>
        <p:spPr/>
        <p:txBody>
          <a:bodyPr/>
          <a:lstStyle/>
          <a:p>
            <a:r>
              <a:rPr lang="en-US"/>
              <a:t>Ứng dụng nghe nhạc online</a:t>
            </a:r>
          </a:p>
        </p:txBody>
      </p:sp>
      <p:sp>
        <p:nvSpPr>
          <p:cNvPr id="10" name="Freeform 4">
            <a:extLst>
              <a:ext uri="{FF2B5EF4-FFF2-40B4-BE49-F238E27FC236}">
                <a16:creationId xmlns:a16="http://schemas.microsoft.com/office/drawing/2014/main" id="{22176A87-7842-947E-61AD-C6C8B650498A}"/>
              </a:ext>
            </a:extLst>
          </p:cNvPr>
          <p:cNvSpPr/>
          <p:nvPr/>
        </p:nvSpPr>
        <p:spPr>
          <a:xfrm>
            <a:off x="11054237" y="0"/>
            <a:ext cx="1137763" cy="1137763"/>
          </a:xfrm>
          <a:custGeom>
            <a:avLst/>
            <a:gdLst/>
            <a:ahLst/>
            <a:cxnLst/>
            <a:rect l="l" t="t" r="r" b="b"/>
            <a:pathLst>
              <a:path w="2474961" h="2474961">
                <a:moveTo>
                  <a:pt x="0" y="0"/>
                </a:moveTo>
                <a:lnTo>
                  <a:pt x="2474961" y="0"/>
                </a:lnTo>
                <a:lnTo>
                  <a:pt x="2474961" y="2474961"/>
                </a:lnTo>
                <a:lnTo>
                  <a:pt x="0" y="2474961"/>
                </a:lnTo>
                <a:lnTo>
                  <a:pt x="0" y="0"/>
                </a:lnTo>
                <a:close/>
              </a:path>
            </a:pathLst>
          </a:custGeom>
          <a:blipFill>
            <a:blip r:embed="rId2"/>
            <a:stretch>
              <a:fillRect/>
            </a:stretch>
          </a:blipFill>
        </p:spPr>
        <p:txBody>
          <a:bodyPr/>
          <a:lstStyle/>
          <a:p>
            <a:endParaRPr lang="en-VN"/>
          </a:p>
        </p:txBody>
      </p:sp>
      <p:sp>
        <p:nvSpPr>
          <p:cNvPr id="12" name="Rectangle 11">
            <a:extLst>
              <a:ext uri="{FF2B5EF4-FFF2-40B4-BE49-F238E27FC236}">
                <a16:creationId xmlns:a16="http://schemas.microsoft.com/office/drawing/2014/main" id="{8382CB4F-7431-2AC9-B259-0A3216DCB582}"/>
              </a:ext>
            </a:extLst>
          </p:cNvPr>
          <p:cNvSpPr/>
          <p:nvPr/>
        </p:nvSpPr>
        <p:spPr>
          <a:xfrm>
            <a:off x="9870141" y="6393180"/>
            <a:ext cx="1930720" cy="350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1692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69E7AE-A8BB-D26F-45CF-10F768AD76D1}"/>
              </a:ext>
            </a:extLst>
          </p:cNvPr>
          <p:cNvSpPr>
            <a:spLocks noGrp="1"/>
          </p:cNvSpPr>
          <p:nvPr>
            <p:ph type="body" idx="25"/>
          </p:nvPr>
        </p:nvSpPr>
        <p:spPr/>
        <p:txBody>
          <a:bodyPr/>
          <a:lstStyle/>
          <a:p>
            <a:pPr lvl="0"/>
            <a:r>
              <a:rPr lang="en-US" sz="1800"/>
              <a:t>Ứng dụng phải phát nhạc mượt mà, hạn chế độ trễ khi tải dữ liệu từ API.</a:t>
            </a:r>
          </a:p>
        </p:txBody>
      </p:sp>
      <p:sp>
        <p:nvSpPr>
          <p:cNvPr id="3" name="Text Placeholder 2">
            <a:extLst>
              <a:ext uri="{FF2B5EF4-FFF2-40B4-BE49-F238E27FC236}">
                <a16:creationId xmlns:a16="http://schemas.microsoft.com/office/drawing/2014/main" id="{3206CAED-BE6E-52D7-7D30-A655BDFEB9A7}"/>
              </a:ext>
            </a:extLst>
          </p:cNvPr>
          <p:cNvSpPr>
            <a:spLocks noGrp="1"/>
          </p:cNvSpPr>
          <p:nvPr>
            <p:ph type="body" idx="24"/>
          </p:nvPr>
        </p:nvSpPr>
        <p:spPr>
          <a:xfrm>
            <a:off x="587374" y="5112973"/>
            <a:ext cx="3529014" cy="914605"/>
          </a:xfrm>
        </p:spPr>
        <p:txBody>
          <a:bodyPr/>
          <a:lstStyle/>
          <a:p>
            <a:r>
              <a:rPr lang="en-US" sz="2400"/>
              <a:t>Hiệu suất</a:t>
            </a:r>
          </a:p>
        </p:txBody>
      </p:sp>
      <p:sp>
        <p:nvSpPr>
          <p:cNvPr id="4" name="Text Placeholder 3">
            <a:extLst>
              <a:ext uri="{FF2B5EF4-FFF2-40B4-BE49-F238E27FC236}">
                <a16:creationId xmlns:a16="http://schemas.microsoft.com/office/drawing/2014/main" id="{0A02F3A0-A1A0-0607-9BB7-6D077FCA754D}"/>
              </a:ext>
            </a:extLst>
          </p:cNvPr>
          <p:cNvSpPr>
            <a:spLocks noGrp="1"/>
          </p:cNvSpPr>
          <p:nvPr>
            <p:ph type="body" idx="26"/>
          </p:nvPr>
        </p:nvSpPr>
        <p:spPr/>
        <p:txBody>
          <a:bodyPr/>
          <a:lstStyle/>
          <a:p>
            <a:pPr lvl="0"/>
            <a:r>
              <a:rPr lang="en-US" sz="1800"/>
              <a:t>Bảo vệ thông tin tài khoản, dữ liệu người dùng bằng Firebase Authentication và quy trình bảo mật kết nối API.</a:t>
            </a:r>
          </a:p>
        </p:txBody>
      </p:sp>
      <p:sp>
        <p:nvSpPr>
          <p:cNvPr id="5" name="Text Placeholder 4">
            <a:extLst>
              <a:ext uri="{FF2B5EF4-FFF2-40B4-BE49-F238E27FC236}">
                <a16:creationId xmlns:a16="http://schemas.microsoft.com/office/drawing/2014/main" id="{BE014B8C-9623-6C4D-EABF-1A6FA8F448FC}"/>
              </a:ext>
            </a:extLst>
          </p:cNvPr>
          <p:cNvSpPr>
            <a:spLocks noGrp="1"/>
          </p:cNvSpPr>
          <p:nvPr>
            <p:ph type="body" idx="27"/>
          </p:nvPr>
        </p:nvSpPr>
        <p:spPr>
          <a:xfrm>
            <a:off x="4332388" y="5110569"/>
            <a:ext cx="3529014" cy="914605"/>
          </a:xfrm>
        </p:spPr>
        <p:txBody>
          <a:bodyPr/>
          <a:lstStyle/>
          <a:p>
            <a:r>
              <a:rPr lang="en-US" sz="2400"/>
              <a:t>Bảo mật</a:t>
            </a:r>
          </a:p>
        </p:txBody>
      </p:sp>
      <p:sp>
        <p:nvSpPr>
          <p:cNvPr id="6" name="Text Placeholder 5">
            <a:extLst>
              <a:ext uri="{FF2B5EF4-FFF2-40B4-BE49-F238E27FC236}">
                <a16:creationId xmlns:a16="http://schemas.microsoft.com/office/drawing/2014/main" id="{7DEC240C-B29D-27BD-D865-6E9258754DE1}"/>
              </a:ext>
            </a:extLst>
          </p:cNvPr>
          <p:cNvSpPr>
            <a:spLocks noGrp="1"/>
          </p:cNvSpPr>
          <p:nvPr>
            <p:ph type="body" idx="28"/>
          </p:nvPr>
        </p:nvSpPr>
        <p:spPr/>
        <p:txBody>
          <a:bodyPr/>
          <a:lstStyle/>
          <a:p>
            <a:pPr lvl="0"/>
            <a:r>
              <a:rPr lang="en-US" sz="1800"/>
              <a:t>Hỗ trợ dễ dàng tích hợp thêm các API nhạc khác hoặc nâng cấp tính năng trong tương lai.</a:t>
            </a:r>
          </a:p>
        </p:txBody>
      </p:sp>
      <p:sp>
        <p:nvSpPr>
          <p:cNvPr id="7" name="Text Placeholder 6">
            <a:extLst>
              <a:ext uri="{FF2B5EF4-FFF2-40B4-BE49-F238E27FC236}">
                <a16:creationId xmlns:a16="http://schemas.microsoft.com/office/drawing/2014/main" id="{021A39C6-3DCB-B516-2064-9463CCA8CA3D}"/>
              </a:ext>
            </a:extLst>
          </p:cNvPr>
          <p:cNvSpPr>
            <a:spLocks noGrp="1"/>
          </p:cNvSpPr>
          <p:nvPr>
            <p:ph type="body" idx="29"/>
          </p:nvPr>
        </p:nvSpPr>
        <p:spPr>
          <a:xfrm>
            <a:off x="8075614" y="5108437"/>
            <a:ext cx="3529014" cy="914605"/>
          </a:xfrm>
        </p:spPr>
        <p:txBody>
          <a:bodyPr/>
          <a:lstStyle/>
          <a:p>
            <a:r>
              <a:rPr lang="en-US" sz="2400"/>
              <a:t>Khả năng mở rộng</a:t>
            </a:r>
          </a:p>
        </p:txBody>
      </p:sp>
      <p:sp>
        <p:nvSpPr>
          <p:cNvPr id="8" name="Title 7">
            <a:extLst>
              <a:ext uri="{FF2B5EF4-FFF2-40B4-BE49-F238E27FC236}">
                <a16:creationId xmlns:a16="http://schemas.microsoft.com/office/drawing/2014/main" id="{3F0F48D1-F7AC-3B72-9A00-6B0462DB0160}"/>
              </a:ext>
            </a:extLst>
          </p:cNvPr>
          <p:cNvSpPr>
            <a:spLocks noGrp="1"/>
          </p:cNvSpPr>
          <p:nvPr>
            <p:ph type="title"/>
          </p:nvPr>
        </p:nvSpPr>
        <p:spPr/>
        <p:txBody>
          <a:bodyPr/>
          <a:lstStyle/>
          <a:p>
            <a:r>
              <a:rPr lang="en-US" b="1"/>
              <a:t>Yêu cầu phi chức năng</a:t>
            </a:r>
            <a:endParaRPr lang="en-US"/>
          </a:p>
        </p:txBody>
      </p:sp>
      <p:sp>
        <p:nvSpPr>
          <p:cNvPr id="9" name="Text Placeholder 8">
            <a:extLst>
              <a:ext uri="{FF2B5EF4-FFF2-40B4-BE49-F238E27FC236}">
                <a16:creationId xmlns:a16="http://schemas.microsoft.com/office/drawing/2014/main" id="{A318FAAF-6AD0-D782-33B7-B1CBE1DDF9DD}"/>
              </a:ext>
            </a:extLst>
          </p:cNvPr>
          <p:cNvSpPr>
            <a:spLocks noGrp="1"/>
          </p:cNvSpPr>
          <p:nvPr>
            <p:ph type="body" sz="quarter" idx="22"/>
          </p:nvPr>
        </p:nvSpPr>
        <p:spPr/>
        <p:txBody>
          <a:bodyPr/>
          <a:lstStyle/>
          <a:p>
            <a:r>
              <a:rPr lang="en-US"/>
              <a:t>Ứng dụng nghe nhạc online</a:t>
            </a:r>
          </a:p>
        </p:txBody>
      </p:sp>
      <p:sp>
        <p:nvSpPr>
          <p:cNvPr id="10" name="Freeform 4">
            <a:extLst>
              <a:ext uri="{FF2B5EF4-FFF2-40B4-BE49-F238E27FC236}">
                <a16:creationId xmlns:a16="http://schemas.microsoft.com/office/drawing/2014/main" id="{A58BC16B-B503-65F7-9631-5BDFC34DBF2E}"/>
              </a:ext>
            </a:extLst>
          </p:cNvPr>
          <p:cNvSpPr/>
          <p:nvPr/>
        </p:nvSpPr>
        <p:spPr>
          <a:xfrm>
            <a:off x="11054237" y="0"/>
            <a:ext cx="1137763" cy="1137763"/>
          </a:xfrm>
          <a:custGeom>
            <a:avLst/>
            <a:gdLst/>
            <a:ahLst/>
            <a:cxnLst/>
            <a:rect l="l" t="t" r="r" b="b"/>
            <a:pathLst>
              <a:path w="2474961" h="2474961">
                <a:moveTo>
                  <a:pt x="0" y="0"/>
                </a:moveTo>
                <a:lnTo>
                  <a:pt x="2474961" y="0"/>
                </a:lnTo>
                <a:lnTo>
                  <a:pt x="2474961" y="2474961"/>
                </a:lnTo>
                <a:lnTo>
                  <a:pt x="0" y="2474961"/>
                </a:lnTo>
                <a:lnTo>
                  <a:pt x="0" y="0"/>
                </a:lnTo>
                <a:close/>
              </a:path>
            </a:pathLst>
          </a:custGeom>
          <a:blipFill>
            <a:blip r:embed="rId2"/>
            <a:stretch>
              <a:fillRect/>
            </a:stretch>
          </a:blipFill>
        </p:spPr>
        <p:txBody>
          <a:bodyPr/>
          <a:lstStyle/>
          <a:p>
            <a:endParaRPr lang="en-VN"/>
          </a:p>
        </p:txBody>
      </p:sp>
      <p:sp>
        <p:nvSpPr>
          <p:cNvPr id="12" name="Rectangle 11">
            <a:extLst>
              <a:ext uri="{FF2B5EF4-FFF2-40B4-BE49-F238E27FC236}">
                <a16:creationId xmlns:a16="http://schemas.microsoft.com/office/drawing/2014/main" id="{64D5B5F3-1798-82FA-D489-352020B0EEE4}"/>
              </a:ext>
            </a:extLst>
          </p:cNvPr>
          <p:cNvSpPr/>
          <p:nvPr/>
        </p:nvSpPr>
        <p:spPr>
          <a:xfrm>
            <a:off x="9870141" y="6393180"/>
            <a:ext cx="1930720" cy="350520"/>
          </a:xfrm>
          <a:prstGeom prst="rect">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2506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BB716-17AE-3F92-91E4-89368C1CDA5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9A44678-9ADA-5942-A998-E08584847312}"/>
              </a:ext>
            </a:extLst>
          </p:cNvPr>
          <p:cNvSpPr>
            <a:spLocks noGrp="1"/>
          </p:cNvSpPr>
          <p:nvPr>
            <p:ph type="body" idx="25"/>
          </p:nvPr>
        </p:nvSpPr>
        <p:spPr/>
        <p:txBody>
          <a:bodyPr/>
          <a:lstStyle/>
          <a:p>
            <a:pPr lvl="0"/>
            <a:r>
              <a:rPr lang="en-US" sz="1800"/>
              <a:t>Ứng dụng chạy tốt trên các thiết bị Android (từ Android 6.0 trở lên) và iOS.</a:t>
            </a:r>
          </a:p>
        </p:txBody>
      </p:sp>
      <p:sp>
        <p:nvSpPr>
          <p:cNvPr id="3" name="Text Placeholder 2">
            <a:extLst>
              <a:ext uri="{FF2B5EF4-FFF2-40B4-BE49-F238E27FC236}">
                <a16:creationId xmlns:a16="http://schemas.microsoft.com/office/drawing/2014/main" id="{5D78E4B5-B4B5-0928-0AC8-79396C17B879}"/>
              </a:ext>
            </a:extLst>
          </p:cNvPr>
          <p:cNvSpPr>
            <a:spLocks noGrp="1"/>
          </p:cNvSpPr>
          <p:nvPr>
            <p:ph type="body" idx="24"/>
          </p:nvPr>
        </p:nvSpPr>
        <p:spPr>
          <a:xfrm>
            <a:off x="587374" y="5112973"/>
            <a:ext cx="3529014" cy="914605"/>
          </a:xfrm>
        </p:spPr>
        <p:txBody>
          <a:bodyPr/>
          <a:lstStyle/>
          <a:p>
            <a:r>
              <a:rPr lang="en-US" sz="2400"/>
              <a:t>Khả năng tương thích</a:t>
            </a:r>
          </a:p>
        </p:txBody>
      </p:sp>
      <p:sp>
        <p:nvSpPr>
          <p:cNvPr id="4" name="Text Placeholder 3">
            <a:extLst>
              <a:ext uri="{FF2B5EF4-FFF2-40B4-BE49-F238E27FC236}">
                <a16:creationId xmlns:a16="http://schemas.microsoft.com/office/drawing/2014/main" id="{5CC967BE-2C60-93F3-20BF-49636F74485D}"/>
              </a:ext>
            </a:extLst>
          </p:cNvPr>
          <p:cNvSpPr>
            <a:spLocks noGrp="1"/>
          </p:cNvSpPr>
          <p:nvPr>
            <p:ph type="body" idx="26"/>
          </p:nvPr>
        </p:nvSpPr>
        <p:spPr/>
        <p:txBody>
          <a:bodyPr/>
          <a:lstStyle/>
          <a:p>
            <a:pPr lvl="0"/>
            <a:r>
              <a:rPr lang="en-US" sz="1800"/>
              <a:t>Giao diện trực quan, thân thiện, dễ thao tác, phù hợp với nhiều đối tượng người dùng.</a:t>
            </a:r>
          </a:p>
        </p:txBody>
      </p:sp>
      <p:sp>
        <p:nvSpPr>
          <p:cNvPr id="5" name="Text Placeholder 4">
            <a:extLst>
              <a:ext uri="{FF2B5EF4-FFF2-40B4-BE49-F238E27FC236}">
                <a16:creationId xmlns:a16="http://schemas.microsoft.com/office/drawing/2014/main" id="{E302EB64-5F9C-0FCA-B6F6-3511ACABD530}"/>
              </a:ext>
            </a:extLst>
          </p:cNvPr>
          <p:cNvSpPr>
            <a:spLocks noGrp="1"/>
          </p:cNvSpPr>
          <p:nvPr>
            <p:ph type="body" idx="27"/>
          </p:nvPr>
        </p:nvSpPr>
        <p:spPr>
          <a:xfrm>
            <a:off x="4332388" y="5110569"/>
            <a:ext cx="3529014" cy="914605"/>
          </a:xfrm>
        </p:spPr>
        <p:txBody>
          <a:bodyPr/>
          <a:lstStyle/>
          <a:p>
            <a:r>
              <a:rPr lang="en-US" sz="2400"/>
              <a:t>Khả năng sử dụng</a:t>
            </a:r>
          </a:p>
        </p:txBody>
      </p:sp>
      <p:sp>
        <p:nvSpPr>
          <p:cNvPr id="6" name="Text Placeholder 5">
            <a:extLst>
              <a:ext uri="{FF2B5EF4-FFF2-40B4-BE49-F238E27FC236}">
                <a16:creationId xmlns:a16="http://schemas.microsoft.com/office/drawing/2014/main" id="{3D573733-5CCF-785B-7D58-C544521AB48D}"/>
              </a:ext>
            </a:extLst>
          </p:cNvPr>
          <p:cNvSpPr>
            <a:spLocks noGrp="1"/>
          </p:cNvSpPr>
          <p:nvPr>
            <p:ph type="body" idx="28"/>
          </p:nvPr>
        </p:nvSpPr>
        <p:spPr/>
        <p:txBody>
          <a:bodyPr/>
          <a:lstStyle/>
          <a:p>
            <a:r>
              <a:rPr lang="en-US" sz="1800"/>
              <a:t>Lưu trữ và đồng bộ playlist, bài hát yêu thích và lịch sử nghe nhạc trên Firebase để truy cập từ nhiều thiết bị.</a:t>
            </a:r>
          </a:p>
        </p:txBody>
      </p:sp>
      <p:sp>
        <p:nvSpPr>
          <p:cNvPr id="7" name="Text Placeholder 6">
            <a:extLst>
              <a:ext uri="{FF2B5EF4-FFF2-40B4-BE49-F238E27FC236}">
                <a16:creationId xmlns:a16="http://schemas.microsoft.com/office/drawing/2014/main" id="{73687649-1F59-042C-9857-74820750E596}"/>
              </a:ext>
            </a:extLst>
          </p:cNvPr>
          <p:cNvSpPr>
            <a:spLocks noGrp="1"/>
          </p:cNvSpPr>
          <p:nvPr>
            <p:ph type="body" idx="29"/>
          </p:nvPr>
        </p:nvSpPr>
        <p:spPr>
          <a:xfrm>
            <a:off x="8075614" y="5108437"/>
            <a:ext cx="3529014" cy="914605"/>
          </a:xfrm>
        </p:spPr>
        <p:txBody>
          <a:bodyPr/>
          <a:lstStyle/>
          <a:p>
            <a:r>
              <a:rPr lang="en-US" sz="2400"/>
              <a:t>Đồng bộ hóa dữ liệu</a:t>
            </a:r>
          </a:p>
        </p:txBody>
      </p:sp>
      <p:sp>
        <p:nvSpPr>
          <p:cNvPr id="8" name="Title 7">
            <a:extLst>
              <a:ext uri="{FF2B5EF4-FFF2-40B4-BE49-F238E27FC236}">
                <a16:creationId xmlns:a16="http://schemas.microsoft.com/office/drawing/2014/main" id="{36E60C6A-9139-1E1B-CF13-5D71FA6626AE}"/>
              </a:ext>
            </a:extLst>
          </p:cNvPr>
          <p:cNvSpPr>
            <a:spLocks noGrp="1"/>
          </p:cNvSpPr>
          <p:nvPr>
            <p:ph type="title"/>
          </p:nvPr>
        </p:nvSpPr>
        <p:spPr/>
        <p:txBody>
          <a:bodyPr/>
          <a:lstStyle/>
          <a:p>
            <a:r>
              <a:rPr lang="en-US" b="1"/>
              <a:t>Yêu cầu phi chức năng</a:t>
            </a:r>
            <a:endParaRPr lang="en-US"/>
          </a:p>
        </p:txBody>
      </p:sp>
      <p:sp>
        <p:nvSpPr>
          <p:cNvPr id="9" name="Text Placeholder 8">
            <a:extLst>
              <a:ext uri="{FF2B5EF4-FFF2-40B4-BE49-F238E27FC236}">
                <a16:creationId xmlns:a16="http://schemas.microsoft.com/office/drawing/2014/main" id="{01D313DA-2C34-E7F7-6BE6-3291C5F61062}"/>
              </a:ext>
            </a:extLst>
          </p:cNvPr>
          <p:cNvSpPr>
            <a:spLocks noGrp="1"/>
          </p:cNvSpPr>
          <p:nvPr>
            <p:ph type="body" sz="quarter" idx="22"/>
          </p:nvPr>
        </p:nvSpPr>
        <p:spPr/>
        <p:txBody>
          <a:bodyPr/>
          <a:lstStyle/>
          <a:p>
            <a:r>
              <a:rPr lang="en-US"/>
              <a:t>Ứng dụng nghe nhạc online</a:t>
            </a:r>
          </a:p>
        </p:txBody>
      </p:sp>
      <p:sp>
        <p:nvSpPr>
          <p:cNvPr id="10" name="Freeform 4">
            <a:extLst>
              <a:ext uri="{FF2B5EF4-FFF2-40B4-BE49-F238E27FC236}">
                <a16:creationId xmlns:a16="http://schemas.microsoft.com/office/drawing/2014/main" id="{D9E4375C-9C5C-19F3-56C2-86971F961BCC}"/>
              </a:ext>
            </a:extLst>
          </p:cNvPr>
          <p:cNvSpPr/>
          <p:nvPr/>
        </p:nvSpPr>
        <p:spPr>
          <a:xfrm>
            <a:off x="11054237" y="0"/>
            <a:ext cx="1137763" cy="1137763"/>
          </a:xfrm>
          <a:custGeom>
            <a:avLst/>
            <a:gdLst/>
            <a:ahLst/>
            <a:cxnLst/>
            <a:rect l="l" t="t" r="r" b="b"/>
            <a:pathLst>
              <a:path w="2474961" h="2474961">
                <a:moveTo>
                  <a:pt x="0" y="0"/>
                </a:moveTo>
                <a:lnTo>
                  <a:pt x="2474961" y="0"/>
                </a:lnTo>
                <a:lnTo>
                  <a:pt x="2474961" y="2474961"/>
                </a:lnTo>
                <a:lnTo>
                  <a:pt x="0" y="2474961"/>
                </a:lnTo>
                <a:lnTo>
                  <a:pt x="0" y="0"/>
                </a:lnTo>
                <a:close/>
              </a:path>
            </a:pathLst>
          </a:custGeom>
          <a:blipFill>
            <a:blip r:embed="rId2"/>
            <a:stretch>
              <a:fillRect/>
            </a:stretch>
          </a:blipFill>
        </p:spPr>
        <p:txBody>
          <a:bodyPr/>
          <a:lstStyle/>
          <a:p>
            <a:endParaRPr lang="en-VN"/>
          </a:p>
        </p:txBody>
      </p:sp>
      <p:sp>
        <p:nvSpPr>
          <p:cNvPr id="12" name="Rectangle 11">
            <a:extLst>
              <a:ext uri="{FF2B5EF4-FFF2-40B4-BE49-F238E27FC236}">
                <a16:creationId xmlns:a16="http://schemas.microsoft.com/office/drawing/2014/main" id="{3D3ECA7C-3A2A-733B-8326-631BD72938C8}"/>
              </a:ext>
            </a:extLst>
          </p:cNvPr>
          <p:cNvSpPr/>
          <p:nvPr/>
        </p:nvSpPr>
        <p:spPr>
          <a:xfrm>
            <a:off x="9870141" y="6393180"/>
            <a:ext cx="1930720" cy="350520"/>
          </a:xfrm>
          <a:prstGeom prst="rect">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6817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4051FB-6C59-6EF4-CBAC-C17D8594F48E}"/>
              </a:ext>
            </a:extLst>
          </p:cNvPr>
          <p:cNvSpPr>
            <a:spLocks noGrp="1"/>
          </p:cNvSpPr>
          <p:nvPr>
            <p:ph type="body" idx="25"/>
          </p:nvPr>
        </p:nvSpPr>
        <p:spPr/>
        <p:txBody>
          <a:bodyPr/>
          <a:lstStyle/>
          <a:p>
            <a:r>
              <a:rPr lang="en-US" sz="1800"/>
              <a:t>Flutter là một công cục giúp chúng ta phát triển ứng dụng đa nền tảng như Web App, Windows App, Android, iOS…</a:t>
            </a:r>
          </a:p>
        </p:txBody>
      </p:sp>
      <p:sp>
        <p:nvSpPr>
          <p:cNvPr id="3" name="Text Placeholder 2">
            <a:extLst>
              <a:ext uri="{FF2B5EF4-FFF2-40B4-BE49-F238E27FC236}">
                <a16:creationId xmlns:a16="http://schemas.microsoft.com/office/drawing/2014/main" id="{4A806151-0CB7-45BF-CD1C-F9A152A74F2F}"/>
              </a:ext>
            </a:extLst>
          </p:cNvPr>
          <p:cNvSpPr>
            <a:spLocks noGrp="1"/>
          </p:cNvSpPr>
          <p:nvPr>
            <p:ph type="body" idx="24"/>
          </p:nvPr>
        </p:nvSpPr>
        <p:spPr/>
        <p:txBody>
          <a:bodyPr/>
          <a:lstStyle/>
          <a:p>
            <a:r>
              <a:rPr lang="en-US" sz="2400"/>
              <a:t>Flutter</a:t>
            </a:r>
          </a:p>
        </p:txBody>
      </p:sp>
      <p:sp>
        <p:nvSpPr>
          <p:cNvPr id="4" name="Text Placeholder 3">
            <a:extLst>
              <a:ext uri="{FF2B5EF4-FFF2-40B4-BE49-F238E27FC236}">
                <a16:creationId xmlns:a16="http://schemas.microsoft.com/office/drawing/2014/main" id="{42867E7B-537F-6AEF-2FEC-51D5B03A059F}"/>
              </a:ext>
            </a:extLst>
          </p:cNvPr>
          <p:cNvSpPr>
            <a:spLocks noGrp="1"/>
          </p:cNvSpPr>
          <p:nvPr>
            <p:ph type="body" idx="26"/>
          </p:nvPr>
        </p:nvSpPr>
        <p:spPr/>
        <p:txBody>
          <a:bodyPr/>
          <a:lstStyle/>
          <a:p>
            <a:r>
              <a:rPr lang="vi-VN" sz="1800"/>
              <a:t>Firebase cung cấp các dịch vụ </a:t>
            </a:r>
            <a:r>
              <a:rPr lang="en-US" sz="1800"/>
              <a:t>giúp </a:t>
            </a:r>
            <a:r>
              <a:rPr lang="vi-VN" sz="1800"/>
              <a:t>lưu trữ và quản lý dữ liệu</a:t>
            </a:r>
            <a:r>
              <a:rPr lang="en-US" sz="1800"/>
              <a:t> một cách dễ dàng.</a:t>
            </a:r>
          </a:p>
        </p:txBody>
      </p:sp>
      <p:sp>
        <p:nvSpPr>
          <p:cNvPr id="5" name="Text Placeholder 4">
            <a:extLst>
              <a:ext uri="{FF2B5EF4-FFF2-40B4-BE49-F238E27FC236}">
                <a16:creationId xmlns:a16="http://schemas.microsoft.com/office/drawing/2014/main" id="{E81E1A9A-0F27-38AD-EB1B-A7EF2F209A7D}"/>
              </a:ext>
            </a:extLst>
          </p:cNvPr>
          <p:cNvSpPr>
            <a:spLocks noGrp="1"/>
          </p:cNvSpPr>
          <p:nvPr>
            <p:ph type="body" idx="27"/>
          </p:nvPr>
        </p:nvSpPr>
        <p:spPr/>
        <p:txBody>
          <a:bodyPr/>
          <a:lstStyle/>
          <a:p>
            <a:r>
              <a:rPr lang="en-US" sz="2400"/>
              <a:t>Firebase</a:t>
            </a:r>
          </a:p>
        </p:txBody>
      </p:sp>
      <p:pic>
        <p:nvPicPr>
          <p:cNvPr id="9" name="Picture Placeholder 8">
            <a:extLst>
              <a:ext uri="{FF2B5EF4-FFF2-40B4-BE49-F238E27FC236}">
                <a16:creationId xmlns:a16="http://schemas.microsoft.com/office/drawing/2014/main" id="{D019B683-DC3E-CD68-E603-A11FED735EEC}"/>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23378" r="23378"/>
          <a:stretch/>
        </p:blipFill>
        <p:spPr/>
      </p:pic>
      <p:sp>
        <p:nvSpPr>
          <p:cNvPr id="7" name="Title 6">
            <a:extLst>
              <a:ext uri="{FF2B5EF4-FFF2-40B4-BE49-F238E27FC236}">
                <a16:creationId xmlns:a16="http://schemas.microsoft.com/office/drawing/2014/main" id="{3D77C193-6EC2-277C-F983-C2A884CBC819}"/>
              </a:ext>
            </a:extLst>
          </p:cNvPr>
          <p:cNvSpPr>
            <a:spLocks noGrp="1"/>
          </p:cNvSpPr>
          <p:nvPr>
            <p:ph type="title"/>
          </p:nvPr>
        </p:nvSpPr>
        <p:spPr/>
        <p:txBody>
          <a:bodyPr/>
          <a:lstStyle/>
          <a:p>
            <a:r>
              <a:rPr lang="en-US"/>
              <a:t>Công nghệ sử dụng</a:t>
            </a:r>
          </a:p>
        </p:txBody>
      </p:sp>
      <p:sp>
        <p:nvSpPr>
          <p:cNvPr id="8" name="Text Placeholder 7">
            <a:extLst>
              <a:ext uri="{FF2B5EF4-FFF2-40B4-BE49-F238E27FC236}">
                <a16:creationId xmlns:a16="http://schemas.microsoft.com/office/drawing/2014/main" id="{D6E392CC-3B66-6A6D-D94C-D70E7B8C9052}"/>
              </a:ext>
            </a:extLst>
          </p:cNvPr>
          <p:cNvSpPr>
            <a:spLocks noGrp="1"/>
          </p:cNvSpPr>
          <p:nvPr>
            <p:ph type="body" sz="quarter" idx="22"/>
          </p:nvPr>
        </p:nvSpPr>
        <p:spPr/>
        <p:txBody>
          <a:bodyPr/>
          <a:lstStyle/>
          <a:p>
            <a:r>
              <a:rPr lang="en-US"/>
              <a:t>Ứng dụng nghe nhạc online</a:t>
            </a:r>
          </a:p>
        </p:txBody>
      </p:sp>
      <p:sp>
        <p:nvSpPr>
          <p:cNvPr id="10" name="Freeform 4">
            <a:extLst>
              <a:ext uri="{FF2B5EF4-FFF2-40B4-BE49-F238E27FC236}">
                <a16:creationId xmlns:a16="http://schemas.microsoft.com/office/drawing/2014/main" id="{131BD523-98D3-04C0-5E9D-070D395949BA}"/>
              </a:ext>
            </a:extLst>
          </p:cNvPr>
          <p:cNvSpPr/>
          <p:nvPr/>
        </p:nvSpPr>
        <p:spPr>
          <a:xfrm>
            <a:off x="11054237" y="0"/>
            <a:ext cx="1137763" cy="1137763"/>
          </a:xfrm>
          <a:custGeom>
            <a:avLst/>
            <a:gdLst/>
            <a:ahLst/>
            <a:cxnLst/>
            <a:rect l="l" t="t" r="r" b="b"/>
            <a:pathLst>
              <a:path w="2474961" h="2474961">
                <a:moveTo>
                  <a:pt x="0" y="0"/>
                </a:moveTo>
                <a:lnTo>
                  <a:pt x="2474961" y="0"/>
                </a:lnTo>
                <a:lnTo>
                  <a:pt x="2474961" y="2474961"/>
                </a:lnTo>
                <a:lnTo>
                  <a:pt x="0" y="2474961"/>
                </a:lnTo>
                <a:lnTo>
                  <a:pt x="0" y="0"/>
                </a:lnTo>
                <a:close/>
              </a:path>
            </a:pathLst>
          </a:custGeom>
          <a:blipFill>
            <a:blip r:embed="rId3"/>
            <a:stretch>
              <a:fillRect/>
            </a:stretch>
          </a:blipFill>
        </p:spPr>
        <p:txBody>
          <a:bodyPr/>
          <a:lstStyle/>
          <a:p>
            <a:endParaRPr lang="en-VN"/>
          </a:p>
        </p:txBody>
      </p:sp>
      <p:sp>
        <p:nvSpPr>
          <p:cNvPr id="11" name="Rectangle 10">
            <a:extLst>
              <a:ext uri="{FF2B5EF4-FFF2-40B4-BE49-F238E27FC236}">
                <a16:creationId xmlns:a16="http://schemas.microsoft.com/office/drawing/2014/main" id="{51B05621-5667-BDB0-FAE2-73779A76E0A4}"/>
              </a:ext>
            </a:extLst>
          </p:cNvPr>
          <p:cNvSpPr/>
          <p:nvPr/>
        </p:nvSpPr>
        <p:spPr>
          <a:xfrm>
            <a:off x="9870141" y="6393180"/>
            <a:ext cx="1930720" cy="350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1571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19" descr="A close-up of a radio&#10;&#10;AI-generated content may be incorrect.">
            <a:extLst>
              <a:ext uri="{FF2B5EF4-FFF2-40B4-BE49-F238E27FC236}">
                <a16:creationId xmlns:a16="http://schemas.microsoft.com/office/drawing/2014/main" id="{C4B6DB49-83F7-604E-369A-91583ABC6F48}"/>
              </a:ext>
            </a:extLst>
          </p:cNvPr>
          <p:cNvPicPr>
            <a:picLocks noGrp="1" noChangeAspect="1"/>
          </p:cNvPicPr>
          <p:nvPr>
            <p:ph type="pic" sz="quarter" idx="12"/>
          </p:nvPr>
        </p:nvPicPr>
        <p:blipFill>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rcRect l="13752" r="13752"/>
          <a:stretch>
            <a:fillRect/>
          </a:stretch>
        </p:blipFill>
        <p:spPr/>
      </p:pic>
      <p:sp>
        <p:nvSpPr>
          <p:cNvPr id="7" name="Text Placeholder 6">
            <a:extLst>
              <a:ext uri="{FF2B5EF4-FFF2-40B4-BE49-F238E27FC236}">
                <a16:creationId xmlns:a16="http://schemas.microsoft.com/office/drawing/2014/main" id="{6048F4BC-8419-7E50-0146-1DA9ED1ED9B4}"/>
              </a:ext>
            </a:extLst>
          </p:cNvPr>
          <p:cNvSpPr>
            <a:spLocks noGrp="1"/>
          </p:cNvSpPr>
          <p:nvPr>
            <p:ph type="body" idx="24"/>
          </p:nvPr>
        </p:nvSpPr>
        <p:spPr>
          <a:xfrm>
            <a:off x="6213784" y="3674957"/>
            <a:ext cx="5400674" cy="853050"/>
          </a:xfrm>
        </p:spPr>
        <p:txBody>
          <a:bodyPr/>
          <a:lstStyle/>
          <a:p>
            <a:r>
              <a:rPr lang="en-US" sz="4400" b="1"/>
              <a:t>DEMO</a:t>
            </a:r>
          </a:p>
        </p:txBody>
      </p:sp>
      <p:sp>
        <p:nvSpPr>
          <p:cNvPr id="6" name="Text Placeholder 5">
            <a:extLst>
              <a:ext uri="{FF2B5EF4-FFF2-40B4-BE49-F238E27FC236}">
                <a16:creationId xmlns:a16="http://schemas.microsoft.com/office/drawing/2014/main" id="{B4CAB5EE-7F39-8DED-0369-29020CDE14DF}"/>
              </a:ext>
            </a:extLst>
          </p:cNvPr>
          <p:cNvSpPr>
            <a:spLocks noGrp="1"/>
          </p:cNvSpPr>
          <p:nvPr>
            <p:ph type="body" sz="quarter" idx="22"/>
          </p:nvPr>
        </p:nvSpPr>
        <p:spPr/>
        <p:txBody>
          <a:bodyPr/>
          <a:lstStyle/>
          <a:p>
            <a:r>
              <a:rPr lang="en-US"/>
              <a:t>Ứng dụng nghe nhạc online</a:t>
            </a:r>
          </a:p>
        </p:txBody>
      </p:sp>
      <p:sp>
        <p:nvSpPr>
          <p:cNvPr id="22" name="Rectangle 21">
            <a:extLst>
              <a:ext uri="{FF2B5EF4-FFF2-40B4-BE49-F238E27FC236}">
                <a16:creationId xmlns:a16="http://schemas.microsoft.com/office/drawing/2014/main" id="{2F093495-5393-1B7F-68EF-18D4F1DEE61A}"/>
              </a:ext>
            </a:extLst>
          </p:cNvPr>
          <p:cNvSpPr/>
          <p:nvPr/>
        </p:nvSpPr>
        <p:spPr>
          <a:xfrm>
            <a:off x="9870141" y="6393180"/>
            <a:ext cx="1930720" cy="350520"/>
          </a:xfrm>
          <a:prstGeom prst="rect">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4">
            <a:extLst>
              <a:ext uri="{FF2B5EF4-FFF2-40B4-BE49-F238E27FC236}">
                <a16:creationId xmlns:a16="http://schemas.microsoft.com/office/drawing/2014/main" id="{FB5BCDF7-083C-1D42-DC35-1D50989C567A}"/>
              </a:ext>
            </a:extLst>
          </p:cNvPr>
          <p:cNvSpPr/>
          <p:nvPr/>
        </p:nvSpPr>
        <p:spPr>
          <a:xfrm>
            <a:off x="11054237" y="0"/>
            <a:ext cx="1137763" cy="1137763"/>
          </a:xfrm>
          <a:custGeom>
            <a:avLst/>
            <a:gdLst/>
            <a:ahLst/>
            <a:cxnLst/>
            <a:rect l="l" t="t" r="r" b="b"/>
            <a:pathLst>
              <a:path w="2474961" h="2474961">
                <a:moveTo>
                  <a:pt x="0" y="0"/>
                </a:moveTo>
                <a:lnTo>
                  <a:pt x="2474961" y="0"/>
                </a:lnTo>
                <a:lnTo>
                  <a:pt x="2474961" y="2474961"/>
                </a:lnTo>
                <a:lnTo>
                  <a:pt x="0" y="2474961"/>
                </a:lnTo>
                <a:lnTo>
                  <a:pt x="0" y="0"/>
                </a:lnTo>
                <a:close/>
              </a:path>
            </a:pathLst>
          </a:custGeom>
          <a:blipFill>
            <a:blip r:embed="rId5"/>
            <a:stretch>
              <a:fillRect/>
            </a:stretch>
          </a:blipFill>
        </p:spPr>
        <p:txBody>
          <a:bodyPr/>
          <a:lstStyle/>
          <a:p>
            <a:endParaRPr lang="en-VN"/>
          </a:p>
        </p:txBody>
      </p:sp>
    </p:spTree>
    <p:extLst>
      <p:ext uri="{BB962C8B-B14F-4D97-AF65-F5344CB8AC3E}">
        <p14:creationId xmlns:p14="http://schemas.microsoft.com/office/powerpoint/2010/main" val="425929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100D5EB-C98A-ECCF-2670-9DC15E67DAA8}"/>
              </a:ext>
            </a:extLst>
          </p:cNvPr>
          <p:cNvSpPr>
            <a:spLocks noGrp="1"/>
          </p:cNvSpPr>
          <p:nvPr>
            <p:ph type="title"/>
          </p:nvPr>
        </p:nvSpPr>
        <p:spPr>
          <a:xfrm>
            <a:off x="3395660" y="3104213"/>
            <a:ext cx="8208964" cy="1537235"/>
          </a:xfrm>
        </p:spPr>
        <p:txBody>
          <a:bodyPr/>
          <a:lstStyle/>
          <a:p>
            <a:r>
              <a:rPr lang="en-US" b="1">
                <a:latin typeface="+mn-lt"/>
              </a:rPr>
              <a:t>Cảm ơn vì đã lắng nghe</a:t>
            </a:r>
          </a:p>
        </p:txBody>
      </p:sp>
      <p:sp>
        <p:nvSpPr>
          <p:cNvPr id="10" name="Text Placeholder 9">
            <a:extLst>
              <a:ext uri="{FF2B5EF4-FFF2-40B4-BE49-F238E27FC236}">
                <a16:creationId xmlns:a16="http://schemas.microsoft.com/office/drawing/2014/main" id="{1D377B2B-F9D3-4769-BD67-EE423BC997E4}"/>
              </a:ext>
            </a:extLst>
          </p:cNvPr>
          <p:cNvSpPr>
            <a:spLocks noGrp="1"/>
          </p:cNvSpPr>
          <p:nvPr>
            <p:ph type="body" sz="quarter" idx="22"/>
          </p:nvPr>
        </p:nvSpPr>
        <p:spPr>
          <a:xfrm>
            <a:off x="1512423" y="586604"/>
            <a:ext cx="6336648" cy="200055"/>
          </a:xfrm>
        </p:spPr>
        <p:txBody>
          <a:bodyPr/>
          <a:lstStyle/>
          <a:p>
            <a:r>
              <a:rPr lang="en-US"/>
              <a:t>Ứng dụng nghe nhạc online</a:t>
            </a:r>
          </a:p>
        </p:txBody>
      </p:sp>
      <p:sp>
        <p:nvSpPr>
          <p:cNvPr id="12" name="Rectangle 11">
            <a:extLst>
              <a:ext uri="{FF2B5EF4-FFF2-40B4-BE49-F238E27FC236}">
                <a16:creationId xmlns:a16="http://schemas.microsoft.com/office/drawing/2014/main" id="{6CE639E4-E2D1-D0DE-8F45-127A87225659}"/>
              </a:ext>
            </a:extLst>
          </p:cNvPr>
          <p:cNvSpPr/>
          <p:nvPr/>
        </p:nvSpPr>
        <p:spPr>
          <a:xfrm>
            <a:off x="9870141" y="6393180"/>
            <a:ext cx="1930720" cy="350520"/>
          </a:xfrm>
          <a:prstGeom prst="rect">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AD69F35-EB45-1E2A-9A19-7D8EB0D4982F}"/>
              </a:ext>
            </a:extLst>
          </p:cNvPr>
          <p:cNvSpPr/>
          <p:nvPr/>
        </p:nvSpPr>
        <p:spPr>
          <a:xfrm>
            <a:off x="3003176" y="5577390"/>
            <a:ext cx="708212" cy="815789"/>
          </a:xfrm>
          <a:prstGeom prst="rect">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4">
            <a:extLst>
              <a:ext uri="{FF2B5EF4-FFF2-40B4-BE49-F238E27FC236}">
                <a16:creationId xmlns:a16="http://schemas.microsoft.com/office/drawing/2014/main" id="{9ECC6E7C-5FB5-B3A9-FC73-A35BB52CAD23}"/>
              </a:ext>
            </a:extLst>
          </p:cNvPr>
          <p:cNvSpPr/>
          <p:nvPr/>
        </p:nvSpPr>
        <p:spPr>
          <a:xfrm>
            <a:off x="11054237" y="0"/>
            <a:ext cx="1137763" cy="1137763"/>
          </a:xfrm>
          <a:custGeom>
            <a:avLst/>
            <a:gdLst/>
            <a:ahLst/>
            <a:cxnLst/>
            <a:rect l="l" t="t" r="r" b="b"/>
            <a:pathLst>
              <a:path w="2474961" h="2474961">
                <a:moveTo>
                  <a:pt x="0" y="0"/>
                </a:moveTo>
                <a:lnTo>
                  <a:pt x="2474961" y="0"/>
                </a:lnTo>
                <a:lnTo>
                  <a:pt x="2474961" y="2474961"/>
                </a:lnTo>
                <a:lnTo>
                  <a:pt x="0" y="2474961"/>
                </a:lnTo>
                <a:lnTo>
                  <a:pt x="0" y="0"/>
                </a:lnTo>
                <a:close/>
              </a:path>
            </a:pathLst>
          </a:custGeom>
          <a:blipFill>
            <a:blip r:embed="rId2"/>
            <a:stretch>
              <a:fillRect/>
            </a:stretch>
          </a:blipFill>
        </p:spPr>
        <p:txBody>
          <a:bodyPr/>
          <a:lstStyle/>
          <a:p>
            <a:endParaRPr lang="en-VN"/>
          </a:p>
        </p:txBody>
      </p:sp>
    </p:spTree>
    <p:extLst>
      <p:ext uri="{BB962C8B-B14F-4D97-AF65-F5344CB8AC3E}">
        <p14:creationId xmlns:p14="http://schemas.microsoft.com/office/powerpoint/2010/main" val="2491632580"/>
      </p:ext>
    </p:extLst>
  </p:cSld>
  <p:clrMapOvr>
    <a:masterClrMapping/>
  </p:clrMapOvr>
</p:sld>
</file>

<file path=ppt/theme/theme1.xml><?xml version="1.0" encoding="utf-8"?>
<a:theme xmlns:a="http://schemas.openxmlformats.org/drawingml/2006/main" name="Tokyo">
  <a:themeElements>
    <a:clrScheme name="Tokyo RED NEW">
      <a:dk1>
        <a:srgbClr val="353535"/>
      </a:dk1>
      <a:lt1>
        <a:srgbClr val="FFFFFF"/>
      </a:lt1>
      <a:dk2>
        <a:srgbClr val="353535"/>
      </a:dk2>
      <a:lt2>
        <a:srgbClr val="FFFFFF"/>
      </a:lt2>
      <a:accent1>
        <a:srgbClr val="9A6EEA"/>
      </a:accent1>
      <a:accent2>
        <a:srgbClr val="353535"/>
      </a:accent2>
      <a:accent3>
        <a:srgbClr val="696969"/>
      </a:accent3>
      <a:accent4>
        <a:srgbClr val="B3B5A5"/>
      </a:accent4>
      <a:accent5>
        <a:srgbClr val="C9C9BD"/>
      </a:accent5>
      <a:accent6>
        <a:srgbClr val="E6E6E1"/>
      </a:accent6>
      <a:hlink>
        <a:srgbClr val="9A6EEA"/>
      </a:hlink>
      <a:folHlink>
        <a:srgbClr val="696969"/>
      </a:folHlink>
    </a:clrScheme>
    <a:fontScheme name="Другая 3">
      <a:majorFont>
        <a:latin typeface="Segoe UI Semilight"/>
        <a:ea typeface=""/>
        <a:cs typeface=""/>
      </a:majorFont>
      <a:minorFont>
        <a:latin typeface="Segoe U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4EF5DF2F-AC22-4F4C-ACA1-54A134D39FA4}">
  <we:reference id="wa200005566" version="3.0.0.3" store="en-US" storeType="OMEX"/>
  <we:alternateReferences>
    <we:reference id="wa200005566" version="3.0.0.3" store="wa200005566" storeType="OMEX"/>
  </we:alternateReferences>
  <we:properties>
    <we:property name="theme" value="{&quot;name&quot;:&quot;Violet&quot;,&quot;color&quot;:&quot;#9A6EEA&quot;,&quot;colorPalette&quot;:[&quot;353535&quot;,&quot;FFFFFF&quot;,&quot;353535&quot;,&quot;FFFFFF&quot;,&quot;9A6EEA&quot;,&quot;353535&quot;,&quot;696969&quot;,&quot;B3B5A5&quot;,&quot;C9C9BD&quot;,&quot;E6E6E1&quot;,&quot;9A6EEA&quot;,&quot;696969&quot;],&quot;previewImages&quot;:[&quot;https://cpp.appsdowonders.com/assets/SlideTitle-tokyo-violet.webp&quot;,&quot;https://cpp.appsdowonders.com/assets/SlideAgenda-tokyo-violet.webp&quot;,&quot;https://cpp.appsdowonders.com/assets/SlideTextbox1V1-tokyo-violet.webp&quot;,&quot;https://cpp.appsdowonders.com/assets/SlideTextbox3V1-tokyo-violet.webp&quot;,&quot;https://cpp.appsdowonders.com/assets/SlideTable-tokyo-violet.webp&quot;,&quot;https://cpp.appsdowonders.com/assets/SlideTimelineV2-tokyo-violet.webp&quot;],&quot;previewAnimation&quot;:&quot;https://cpp.appsdowonders.com/assets/tokyo-violet-preview.gif&quot;,&quot;index&quot;:3}"/>
  </we:properties>
  <we:bindings/>
  <we:snapshot xmlns:r="http://schemas.openxmlformats.org/officeDocument/2006/relationships"/>
</we:webextension>
</file>

<file path=ppt/webextensions/webextension2.xml><?xml version="1.0" encoding="utf-8"?>
<we:webextension xmlns:we="http://schemas.microsoft.com/office/webextensions/webextension/2010/11" id="{C7DF6DC0-E9F7-4944-9959-3D5225CB8CA5}">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73</TotalTime>
  <Words>669</Words>
  <Application>Microsoft Office PowerPoint</Application>
  <PresentationFormat>Widescreen</PresentationFormat>
  <Paragraphs>61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Roboto</vt:lpstr>
      <vt:lpstr>Segoe UI</vt:lpstr>
      <vt:lpstr>Segoe UI Semilight</vt:lpstr>
      <vt:lpstr>Times New Roman</vt:lpstr>
      <vt:lpstr>Tokyo</vt:lpstr>
      <vt:lpstr>Trình bày đề tài: Ứng dụng nghe nhạc online</vt:lpstr>
      <vt:lpstr>Tổng quan đề tài</vt:lpstr>
      <vt:lpstr>Các tiêu chí đánh giá ứng dụng</vt:lpstr>
      <vt:lpstr>Các tiêu chí đánh giá ứng dụng</vt:lpstr>
      <vt:lpstr>Yêu cầu chức năng</vt:lpstr>
      <vt:lpstr>Yêu cầu chức năng</vt:lpstr>
      <vt:lpstr>Yêu cầu phi chức năng</vt:lpstr>
      <vt:lpstr>Yêu cầu phi chức năng</vt:lpstr>
      <vt:lpstr>Công nghệ sử dụng</vt:lpstr>
      <vt:lpstr>PowerPoint Presentation</vt:lpstr>
      <vt:lpstr>Cảm ơn vì đã lắng nghe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đạt nguyễn hoàng</dc:creator>
  <cp:lastModifiedBy>đạt nguyễn hoàng</cp:lastModifiedBy>
  <cp:revision>18</cp:revision>
  <dcterms:created xsi:type="dcterms:W3CDTF">2025-09-28T18:18:44Z</dcterms:created>
  <dcterms:modified xsi:type="dcterms:W3CDTF">2025-09-28T19:33:12Z</dcterms:modified>
</cp:coreProperties>
</file>